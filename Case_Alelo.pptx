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58" r:id="rId4"/>
    <p:sldId id="261" r:id="rId5"/>
    <p:sldId id="262" r:id="rId6"/>
    <p:sldId id="264" r:id="rId7"/>
    <p:sldId id="263" r:id="rId8"/>
    <p:sldId id="265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7957"/>
    <a:srgbClr val="006600"/>
    <a:srgbClr val="05472A"/>
    <a:srgbClr val="BDD654"/>
    <a:srgbClr val="99CC00"/>
    <a:srgbClr val="CCFF33"/>
    <a:srgbClr val="008080"/>
    <a:srgbClr val="006666"/>
    <a:srgbClr val="0640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aine Andrade" userId="5c797d5ad7a6c893" providerId="LiveId" clId="{3BD5B6A2-6A13-4E63-9F2B-EA4ADDDCADFA}"/>
    <pc:docChg chg="undo custSel modSld">
      <pc:chgData name="Elaine Andrade" userId="5c797d5ad7a6c893" providerId="LiveId" clId="{3BD5B6A2-6A13-4E63-9F2B-EA4ADDDCADFA}" dt="2025-11-26T01:51:38.323" v="370" actId="20577"/>
      <pc:docMkLst>
        <pc:docMk/>
      </pc:docMkLst>
      <pc:sldChg chg="modSp mod">
        <pc:chgData name="Elaine Andrade" userId="5c797d5ad7a6c893" providerId="LiveId" clId="{3BD5B6A2-6A13-4E63-9F2B-EA4ADDDCADFA}" dt="2025-11-26T01:46:36.187" v="236" actId="2711"/>
        <pc:sldMkLst>
          <pc:docMk/>
          <pc:sldMk cId="2551231751" sldId="258"/>
        </pc:sldMkLst>
        <pc:spChg chg="mod">
          <ac:chgData name="Elaine Andrade" userId="5c797d5ad7a6c893" providerId="LiveId" clId="{3BD5B6A2-6A13-4E63-9F2B-EA4ADDDCADFA}" dt="2025-11-26T01:46:25.999" v="234" actId="2711"/>
          <ac:spMkLst>
            <pc:docMk/>
            <pc:sldMk cId="2551231751" sldId="258"/>
            <ac:spMk id="3" creationId="{4D557BCC-99E2-5585-EADC-29896709BB70}"/>
          </ac:spMkLst>
        </pc:spChg>
        <pc:spChg chg="mod">
          <ac:chgData name="Elaine Andrade" userId="5c797d5ad7a6c893" providerId="LiveId" clId="{3BD5B6A2-6A13-4E63-9F2B-EA4ADDDCADFA}" dt="2025-11-26T01:46:31.395" v="235" actId="2711"/>
          <ac:spMkLst>
            <pc:docMk/>
            <pc:sldMk cId="2551231751" sldId="258"/>
            <ac:spMk id="11" creationId="{0F8E8E9C-3134-CCF6-A14D-74F6A2E1AD35}"/>
          </ac:spMkLst>
        </pc:spChg>
        <pc:spChg chg="mod">
          <ac:chgData name="Elaine Andrade" userId="5c797d5ad7a6c893" providerId="LiveId" clId="{3BD5B6A2-6A13-4E63-9F2B-EA4ADDDCADFA}" dt="2025-11-26T01:46:36.187" v="236" actId="2711"/>
          <ac:spMkLst>
            <pc:docMk/>
            <pc:sldMk cId="2551231751" sldId="258"/>
            <ac:spMk id="13" creationId="{1A10F697-DB5F-DE6B-B174-F479A56E2F7D}"/>
          </ac:spMkLst>
        </pc:spChg>
      </pc:sldChg>
      <pc:sldChg chg="modSp mod">
        <pc:chgData name="Elaine Andrade" userId="5c797d5ad7a6c893" providerId="LiveId" clId="{3BD5B6A2-6A13-4E63-9F2B-EA4ADDDCADFA}" dt="2025-11-26T01:46:17.470" v="233" actId="2711"/>
        <pc:sldMkLst>
          <pc:docMk/>
          <pc:sldMk cId="4156825722" sldId="260"/>
        </pc:sldMkLst>
        <pc:spChg chg="mod">
          <ac:chgData name="Elaine Andrade" userId="5c797d5ad7a6c893" providerId="LiveId" clId="{3BD5B6A2-6A13-4E63-9F2B-EA4ADDDCADFA}" dt="2025-11-26T01:46:01.528" v="230" actId="2711"/>
          <ac:spMkLst>
            <pc:docMk/>
            <pc:sldMk cId="4156825722" sldId="260"/>
            <ac:spMk id="2" creationId="{B2DF7A2C-76E3-44B7-7534-63B9AD1E0C47}"/>
          </ac:spMkLst>
        </pc:spChg>
        <pc:spChg chg="mod">
          <ac:chgData name="Elaine Andrade" userId="5c797d5ad7a6c893" providerId="LiveId" clId="{3BD5B6A2-6A13-4E63-9F2B-EA4ADDDCADFA}" dt="2025-11-26T01:46:05.449" v="231" actId="2711"/>
          <ac:spMkLst>
            <pc:docMk/>
            <pc:sldMk cId="4156825722" sldId="260"/>
            <ac:spMk id="5" creationId="{319E3D30-D767-AC35-2A3A-921F4018134A}"/>
          </ac:spMkLst>
        </pc:spChg>
        <pc:spChg chg="mod">
          <ac:chgData name="Elaine Andrade" userId="5c797d5ad7a6c893" providerId="LiveId" clId="{3BD5B6A2-6A13-4E63-9F2B-EA4ADDDCADFA}" dt="2025-11-26T01:46:17.470" v="233" actId="2711"/>
          <ac:spMkLst>
            <pc:docMk/>
            <pc:sldMk cId="4156825722" sldId="260"/>
            <ac:spMk id="6" creationId="{3BD201BD-B26E-5D1B-89AB-B6DC6D72F6F7}"/>
          </ac:spMkLst>
        </pc:spChg>
        <pc:spChg chg="mod">
          <ac:chgData name="Elaine Andrade" userId="5c797d5ad7a6c893" providerId="LiveId" clId="{3BD5B6A2-6A13-4E63-9F2B-EA4ADDDCADFA}" dt="2025-11-26T01:46:10.850" v="232" actId="2711"/>
          <ac:spMkLst>
            <pc:docMk/>
            <pc:sldMk cId="4156825722" sldId="260"/>
            <ac:spMk id="7" creationId="{EC2D0B83-61D1-EED9-EE21-46298C8478B0}"/>
          </ac:spMkLst>
        </pc:spChg>
      </pc:sldChg>
      <pc:sldChg chg="modSp mod">
        <pc:chgData name="Elaine Andrade" userId="5c797d5ad7a6c893" providerId="LiveId" clId="{3BD5B6A2-6A13-4E63-9F2B-EA4ADDDCADFA}" dt="2025-11-26T01:28:04.068" v="14" actId="207"/>
        <pc:sldMkLst>
          <pc:docMk/>
          <pc:sldMk cId="633193603" sldId="261"/>
        </pc:sldMkLst>
        <pc:spChg chg="mod">
          <ac:chgData name="Elaine Andrade" userId="5c797d5ad7a6c893" providerId="LiveId" clId="{3BD5B6A2-6A13-4E63-9F2B-EA4ADDDCADFA}" dt="2025-11-26T01:28:04.068" v="14" actId="207"/>
          <ac:spMkLst>
            <pc:docMk/>
            <pc:sldMk cId="633193603" sldId="261"/>
            <ac:spMk id="41" creationId="{EC0CD94B-19E4-F171-2672-63537E0F1FF3}"/>
          </ac:spMkLst>
        </pc:spChg>
      </pc:sldChg>
      <pc:sldChg chg="modSp mod">
        <pc:chgData name="Elaine Andrade" userId="5c797d5ad7a6c893" providerId="LiveId" clId="{3BD5B6A2-6A13-4E63-9F2B-EA4ADDDCADFA}" dt="2025-11-26T01:29:10.609" v="22" actId="255"/>
        <pc:sldMkLst>
          <pc:docMk/>
          <pc:sldMk cId="2543757664" sldId="262"/>
        </pc:sldMkLst>
        <pc:spChg chg="mod">
          <ac:chgData name="Elaine Andrade" userId="5c797d5ad7a6c893" providerId="LiveId" clId="{3BD5B6A2-6A13-4E63-9F2B-EA4ADDDCADFA}" dt="2025-11-26T01:29:10.609" v="22" actId="255"/>
          <ac:spMkLst>
            <pc:docMk/>
            <pc:sldMk cId="2543757664" sldId="262"/>
            <ac:spMk id="4" creationId="{54C822AF-7D4C-C031-20F7-97B5B37F47CD}"/>
          </ac:spMkLst>
        </pc:spChg>
      </pc:sldChg>
      <pc:sldChg chg="modSp mod">
        <pc:chgData name="Elaine Andrade" userId="5c797d5ad7a6c893" providerId="LiveId" clId="{3BD5B6A2-6A13-4E63-9F2B-EA4ADDDCADFA}" dt="2025-11-26T01:47:40.613" v="237" actId="6549"/>
        <pc:sldMkLst>
          <pc:docMk/>
          <pc:sldMk cId="2965985382" sldId="263"/>
        </pc:sldMkLst>
        <pc:spChg chg="mod">
          <ac:chgData name="Elaine Andrade" userId="5c797d5ad7a6c893" providerId="LiveId" clId="{3BD5B6A2-6A13-4E63-9F2B-EA4ADDDCADFA}" dt="2025-11-26T01:38:40.133" v="141" actId="20577"/>
          <ac:spMkLst>
            <pc:docMk/>
            <pc:sldMk cId="2965985382" sldId="263"/>
            <ac:spMk id="3" creationId="{4D557BCC-99E2-5585-EADC-29896709BB70}"/>
          </ac:spMkLst>
        </pc:spChg>
        <pc:spChg chg="mod">
          <ac:chgData name="Elaine Andrade" userId="5c797d5ad7a6c893" providerId="LiveId" clId="{3BD5B6A2-6A13-4E63-9F2B-EA4ADDDCADFA}" dt="2025-11-26T01:39:02.641" v="143" actId="20577"/>
          <ac:spMkLst>
            <pc:docMk/>
            <pc:sldMk cId="2965985382" sldId="263"/>
            <ac:spMk id="4" creationId="{54C822AF-7D4C-C031-20F7-97B5B37F47CD}"/>
          </ac:spMkLst>
        </pc:spChg>
        <pc:spChg chg="mod">
          <ac:chgData name="Elaine Andrade" userId="5c797d5ad7a6c893" providerId="LiveId" clId="{3BD5B6A2-6A13-4E63-9F2B-EA4ADDDCADFA}" dt="2025-11-26T01:47:40.613" v="237" actId="6549"/>
          <ac:spMkLst>
            <pc:docMk/>
            <pc:sldMk cId="2965985382" sldId="263"/>
            <ac:spMk id="5" creationId="{9A04E374-6FDF-A81E-D84C-395A49BAA598}"/>
          </ac:spMkLst>
        </pc:spChg>
        <pc:picChg chg="mod">
          <ac:chgData name="Elaine Andrade" userId="5c797d5ad7a6c893" providerId="LiveId" clId="{3BD5B6A2-6A13-4E63-9F2B-EA4ADDDCADFA}" dt="2025-11-26T01:32:05.424" v="61" actId="1076"/>
          <ac:picMkLst>
            <pc:docMk/>
            <pc:sldMk cId="2965985382" sldId="263"/>
            <ac:picMk id="18" creationId="{2F9CA9DB-5B9E-5FCE-9666-7B0777BE171D}"/>
          </ac:picMkLst>
        </pc:picChg>
      </pc:sldChg>
      <pc:sldChg chg="modSp mod">
        <pc:chgData name="Elaine Andrade" userId="5c797d5ad7a6c893" providerId="LiveId" clId="{3BD5B6A2-6A13-4E63-9F2B-EA4ADDDCADFA}" dt="2025-11-26T01:30:09.522" v="28" actId="20577"/>
        <pc:sldMkLst>
          <pc:docMk/>
          <pc:sldMk cId="2192519999" sldId="264"/>
        </pc:sldMkLst>
        <pc:spChg chg="mod">
          <ac:chgData name="Elaine Andrade" userId="5c797d5ad7a6c893" providerId="LiveId" clId="{3BD5B6A2-6A13-4E63-9F2B-EA4ADDDCADFA}" dt="2025-11-26T01:30:09.522" v="28" actId="20577"/>
          <ac:spMkLst>
            <pc:docMk/>
            <pc:sldMk cId="2192519999" sldId="264"/>
            <ac:spMk id="14" creationId="{F31010FD-2608-EAC7-841E-337742C99DD4}"/>
          </ac:spMkLst>
        </pc:spChg>
        <pc:picChg chg="mod">
          <ac:chgData name="Elaine Andrade" userId="5c797d5ad7a6c893" providerId="LiveId" clId="{3BD5B6A2-6A13-4E63-9F2B-EA4ADDDCADFA}" dt="2025-11-26T01:30:04.234" v="26" actId="1076"/>
          <ac:picMkLst>
            <pc:docMk/>
            <pc:sldMk cId="2192519999" sldId="264"/>
            <ac:picMk id="17" creationId="{64FC2477-8DFC-CD59-CF0D-AD9681CBAA7A}"/>
          </ac:picMkLst>
        </pc:picChg>
      </pc:sldChg>
      <pc:sldChg chg="addSp modSp mod">
        <pc:chgData name="Elaine Andrade" userId="5c797d5ad7a6c893" providerId="LiveId" clId="{3BD5B6A2-6A13-4E63-9F2B-EA4ADDDCADFA}" dt="2025-11-26T01:51:38.323" v="370" actId="20577"/>
        <pc:sldMkLst>
          <pc:docMk/>
          <pc:sldMk cId="688329023" sldId="265"/>
        </pc:sldMkLst>
        <pc:spChg chg="mod">
          <ac:chgData name="Elaine Andrade" userId="5c797d5ad7a6c893" providerId="LiveId" clId="{3BD5B6A2-6A13-4E63-9F2B-EA4ADDDCADFA}" dt="2025-11-26T01:49:34.625" v="252" actId="6549"/>
          <ac:spMkLst>
            <pc:docMk/>
            <pc:sldMk cId="688329023" sldId="265"/>
            <ac:spMk id="3" creationId="{673743A5-0D81-1DD8-63E5-4D8F1485866B}"/>
          </ac:spMkLst>
        </pc:spChg>
        <pc:spChg chg="mod">
          <ac:chgData name="Elaine Andrade" userId="5c797d5ad7a6c893" providerId="LiveId" clId="{3BD5B6A2-6A13-4E63-9F2B-EA4ADDDCADFA}" dt="2025-11-26T01:51:38.323" v="370" actId="20577"/>
          <ac:spMkLst>
            <pc:docMk/>
            <pc:sldMk cId="688329023" sldId="265"/>
            <ac:spMk id="5" creationId="{45603163-7D43-6AC3-D153-7FCB9AB4CE57}"/>
          </ac:spMkLst>
        </pc:spChg>
        <pc:spChg chg="mod">
          <ac:chgData name="Elaine Andrade" userId="5c797d5ad7a6c893" providerId="LiveId" clId="{3BD5B6A2-6A13-4E63-9F2B-EA4ADDDCADFA}" dt="2025-11-26T01:51:17.382" v="283" actId="1035"/>
          <ac:spMkLst>
            <pc:docMk/>
            <pc:sldMk cId="688329023" sldId="265"/>
            <ac:spMk id="6" creationId="{F4234B1F-E4E2-0657-61A8-542A5DFF6991}"/>
          </ac:spMkLst>
        </pc:spChg>
        <pc:spChg chg="add mod">
          <ac:chgData name="Elaine Andrade" userId="5c797d5ad7a6c893" providerId="LiveId" clId="{3BD5B6A2-6A13-4E63-9F2B-EA4ADDDCADFA}" dt="2025-11-26T01:51:10.716" v="263" actId="2711"/>
          <ac:spMkLst>
            <pc:docMk/>
            <pc:sldMk cId="688329023" sldId="265"/>
            <ac:spMk id="7" creationId="{6ACD1186-7FD9-288E-4CD7-2D5F908526D6}"/>
          </ac:spMkLst>
        </pc:spChg>
        <pc:spChg chg="add mod">
          <ac:chgData name="Elaine Andrade" userId="5c797d5ad7a6c893" providerId="LiveId" clId="{3BD5B6A2-6A13-4E63-9F2B-EA4ADDDCADFA}" dt="2025-11-26T01:34:36.132" v="103" actId="20577"/>
          <ac:spMkLst>
            <pc:docMk/>
            <pc:sldMk cId="688329023" sldId="265"/>
            <ac:spMk id="8" creationId="{A75E97A8-195E-DE09-D1AD-F03B84742987}"/>
          </ac:spMkLst>
        </pc:spChg>
      </pc:sldChg>
    </pc:docChg>
  </pc:docChgLst>
  <pc:docChgLst>
    <pc:chgData name="Elaine Andrade" userId="5c797d5ad7a6c893" providerId="LiveId" clId="{6091180C-58F1-4CAE-84B3-647B77F28826}"/>
    <pc:docChg chg="undo custSel addSld delSld modSld sldOrd modMainMaster">
      <pc:chgData name="Elaine Andrade" userId="5c797d5ad7a6c893" providerId="LiveId" clId="{6091180C-58F1-4CAE-84B3-647B77F28826}" dt="2025-11-26T01:22:13.436" v="3958" actId="6549"/>
      <pc:docMkLst>
        <pc:docMk/>
      </pc:docMkLst>
      <pc:sldChg chg="addSp modSp mod">
        <pc:chgData name="Elaine Andrade" userId="5c797d5ad7a6c893" providerId="LiveId" clId="{6091180C-58F1-4CAE-84B3-647B77F28826}" dt="2025-11-25T23:52:31.206" v="2190" actId="20577"/>
        <pc:sldMkLst>
          <pc:docMk/>
          <pc:sldMk cId="2551231751" sldId="258"/>
        </pc:sldMkLst>
        <pc:spChg chg="add mod">
          <ac:chgData name="Elaine Andrade" userId="5c797d5ad7a6c893" providerId="LiveId" clId="{6091180C-58F1-4CAE-84B3-647B77F28826}" dt="2025-11-24T22:35:21.776" v="290" actId="6549"/>
          <ac:spMkLst>
            <pc:docMk/>
            <pc:sldMk cId="2551231751" sldId="258"/>
            <ac:spMk id="2" creationId="{DB782ED9-30D2-8F97-4558-6995B2A81C27}"/>
          </ac:spMkLst>
        </pc:spChg>
        <pc:spChg chg="add mod">
          <ac:chgData name="Elaine Andrade" userId="5c797d5ad7a6c893" providerId="LiveId" clId="{6091180C-58F1-4CAE-84B3-647B77F28826}" dt="2025-11-24T23:03:22.977" v="808" actId="20577"/>
          <ac:spMkLst>
            <pc:docMk/>
            <pc:sldMk cId="2551231751" sldId="258"/>
            <ac:spMk id="3" creationId="{4D557BCC-99E2-5585-EADC-29896709BB70}"/>
          </ac:spMkLst>
        </pc:spChg>
        <pc:spChg chg="add mod">
          <ac:chgData name="Elaine Andrade" userId="5c797d5ad7a6c893" providerId="LiveId" clId="{6091180C-58F1-4CAE-84B3-647B77F28826}" dt="2025-11-24T22:59:53.982" v="689" actId="1035"/>
          <ac:spMkLst>
            <pc:docMk/>
            <pc:sldMk cId="2551231751" sldId="258"/>
            <ac:spMk id="5" creationId="{5D98CFE1-216F-7D5A-297F-8971269D6672}"/>
          </ac:spMkLst>
        </pc:spChg>
        <pc:spChg chg="add">
          <ac:chgData name="Elaine Andrade" userId="5c797d5ad7a6c893" providerId="LiveId" clId="{6091180C-58F1-4CAE-84B3-647B77F28826}" dt="2025-11-24T22:54:40.119" v="632"/>
          <ac:spMkLst>
            <pc:docMk/>
            <pc:sldMk cId="2551231751" sldId="258"/>
            <ac:spMk id="6" creationId="{C896E032-9255-87D7-AB19-DE3F52D3B603}"/>
          </ac:spMkLst>
        </pc:spChg>
        <pc:spChg chg="add mod">
          <ac:chgData name="Elaine Andrade" userId="5c797d5ad7a6c893" providerId="LiveId" clId="{6091180C-58F1-4CAE-84B3-647B77F28826}" dt="2025-11-24T22:54:43.173" v="633"/>
          <ac:spMkLst>
            <pc:docMk/>
            <pc:sldMk cId="2551231751" sldId="258"/>
            <ac:spMk id="7" creationId="{C53A17F3-4630-4BFE-6AE7-17274DA8B7D3}"/>
          </ac:spMkLst>
        </pc:spChg>
        <pc:spChg chg="add mod">
          <ac:chgData name="Elaine Andrade" userId="5c797d5ad7a6c893" providerId="LiveId" clId="{6091180C-58F1-4CAE-84B3-647B77F28826}" dt="2025-11-24T22:55:04.153" v="635"/>
          <ac:spMkLst>
            <pc:docMk/>
            <pc:sldMk cId="2551231751" sldId="258"/>
            <ac:spMk id="8" creationId="{0C97CE24-64D6-F94C-8AC5-3EE8A5B6F999}"/>
          </ac:spMkLst>
        </pc:spChg>
        <pc:spChg chg="add mod">
          <ac:chgData name="Elaine Andrade" userId="5c797d5ad7a6c893" providerId="LiveId" clId="{6091180C-58F1-4CAE-84B3-647B77F28826}" dt="2025-11-24T23:03:27.619" v="809" actId="20577"/>
          <ac:spMkLst>
            <pc:docMk/>
            <pc:sldMk cId="2551231751" sldId="258"/>
            <ac:spMk id="11" creationId="{0F8E8E9C-3134-CCF6-A14D-74F6A2E1AD35}"/>
          </ac:spMkLst>
        </pc:spChg>
        <pc:spChg chg="add mod">
          <ac:chgData name="Elaine Andrade" userId="5c797d5ad7a6c893" providerId="LiveId" clId="{6091180C-58F1-4CAE-84B3-647B77F28826}" dt="2025-11-24T22:57:41.554" v="652" actId="14100"/>
          <ac:spMkLst>
            <pc:docMk/>
            <pc:sldMk cId="2551231751" sldId="258"/>
            <ac:spMk id="12" creationId="{B2C83BF1-E3C5-6AF4-0746-3D26B240D4C5}"/>
          </ac:spMkLst>
        </pc:spChg>
        <pc:spChg chg="add mod">
          <ac:chgData name="Elaine Andrade" userId="5c797d5ad7a6c893" providerId="LiveId" clId="{6091180C-58F1-4CAE-84B3-647B77F28826}" dt="2025-11-25T23:52:31.206" v="2190" actId="20577"/>
          <ac:spMkLst>
            <pc:docMk/>
            <pc:sldMk cId="2551231751" sldId="258"/>
            <ac:spMk id="13" creationId="{1A10F697-DB5F-DE6B-B174-F479A56E2F7D}"/>
          </ac:spMkLst>
        </pc:spChg>
        <pc:picChg chg="add mod">
          <ac:chgData name="Elaine Andrade" userId="5c797d5ad7a6c893" providerId="LiveId" clId="{6091180C-58F1-4CAE-84B3-647B77F28826}" dt="2025-11-24T22:56:07.532" v="641" actId="1076"/>
          <ac:picMkLst>
            <pc:docMk/>
            <pc:sldMk cId="2551231751" sldId="258"/>
            <ac:picMk id="10" creationId="{EAE30BA2-D418-815A-22C7-EAF039CA36EC}"/>
          </ac:picMkLst>
        </pc:picChg>
      </pc:sldChg>
      <pc:sldChg chg="addSp delSp modSp mod">
        <pc:chgData name="Elaine Andrade" userId="5c797d5ad7a6c893" providerId="LiveId" clId="{6091180C-58F1-4CAE-84B3-647B77F28826}" dt="2025-11-24T22:44:33.482" v="402" actId="20577"/>
        <pc:sldMkLst>
          <pc:docMk/>
          <pc:sldMk cId="3288409426" sldId="259"/>
        </pc:sldMkLst>
        <pc:spChg chg="mod">
          <ac:chgData name="Elaine Andrade" userId="5c797d5ad7a6c893" providerId="LiveId" clId="{6091180C-58F1-4CAE-84B3-647B77F28826}" dt="2025-11-24T22:43:43.467" v="338" actId="207"/>
          <ac:spMkLst>
            <pc:docMk/>
            <pc:sldMk cId="3288409426" sldId="259"/>
            <ac:spMk id="2" creationId="{B743EB33-269E-C559-5FE8-110BD160F1F4}"/>
          </ac:spMkLst>
        </pc:spChg>
        <pc:spChg chg="del mod">
          <ac:chgData name="Elaine Andrade" userId="5c797d5ad7a6c893" providerId="LiveId" clId="{6091180C-58F1-4CAE-84B3-647B77F28826}" dt="2025-11-24T22:43:26.057" v="337" actId="478"/>
          <ac:spMkLst>
            <pc:docMk/>
            <pc:sldMk cId="3288409426" sldId="259"/>
            <ac:spMk id="3" creationId="{7BAE661E-DBD4-3B70-8955-38AB9F766281}"/>
          </ac:spMkLst>
        </pc:spChg>
        <pc:spChg chg="del mod">
          <ac:chgData name="Elaine Andrade" userId="5c797d5ad7a6c893" providerId="LiveId" clId="{6091180C-58F1-4CAE-84B3-647B77F28826}" dt="2025-11-24T22:43:23.331" v="336" actId="478"/>
          <ac:spMkLst>
            <pc:docMk/>
            <pc:sldMk cId="3288409426" sldId="259"/>
            <ac:spMk id="4" creationId="{E0776DA4-BD06-6EF7-5E8D-0E7B8B8B992A}"/>
          </ac:spMkLst>
        </pc:spChg>
        <pc:spChg chg="add mod">
          <ac:chgData name="Elaine Andrade" userId="5c797d5ad7a6c893" providerId="LiveId" clId="{6091180C-58F1-4CAE-84B3-647B77F28826}" dt="2025-11-24T22:44:33.482" v="402" actId="20577"/>
          <ac:spMkLst>
            <pc:docMk/>
            <pc:sldMk cId="3288409426" sldId="259"/>
            <ac:spMk id="5" creationId="{FE96BF30-CC3D-6564-B3D4-87AF2CBE5796}"/>
          </ac:spMkLst>
        </pc:spChg>
      </pc:sldChg>
      <pc:sldChg chg="addSp delSp modSp new mod ord">
        <pc:chgData name="Elaine Andrade" userId="5c797d5ad7a6c893" providerId="LiveId" clId="{6091180C-58F1-4CAE-84B3-647B77F28826}" dt="2025-11-26T01:08:01.657" v="3262" actId="1035"/>
        <pc:sldMkLst>
          <pc:docMk/>
          <pc:sldMk cId="4156825722" sldId="260"/>
        </pc:sldMkLst>
        <pc:spChg chg="add mod">
          <ac:chgData name="Elaine Andrade" userId="5c797d5ad7a6c893" providerId="LiveId" clId="{6091180C-58F1-4CAE-84B3-647B77F28826}" dt="2025-11-24T22:31:32.155" v="63" actId="313"/>
          <ac:spMkLst>
            <pc:docMk/>
            <pc:sldMk cId="4156825722" sldId="260"/>
            <ac:spMk id="2" creationId="{B2DF7A2C-76E3-44B7-7534-63B9AD1E0C47}"/>
          </ac:spMkLst>
        </pc:spChg>
        <pc:spChg chg="add del mod">
          <ac:chgData name="Elaine Andrade" userId="5c797d5ad7a6c893" providerId="LiveId" clId="{6091180C-58F1-4CAE-84B3-647B77F28826}" dt="2025-11-24T22:31:47.522" v="65" actId="21"/>
          <ac:spMkLst>
            <pc:docMk/>
            <pc:sldMk cId="4156825722" sldId="260"/>
            <ac:spMk id="3" creationId="{7EF9D8A6-BEC6-5BCE-1CAD-387881434BB1}"/>
          </ac:spMkLst>
        </pc:spChg>
        <pc:spChg chg="add del mod">
          <ac:chgData name="Elaine Andrade" userId="5c797d5ad7a6c893" providerId="LiveId" clId="{6091180C-58F1-4CAE-84B3-647B77F28826}" dt="2025-11-24T22:56:48.282" v="643" actId="478"/>
          <ac:spMkLst>
            <pc:docMk/>
            <pc:sldMk cId="4156825722" sldId="260"/>
            <ac:spMk id="4" creationId="{9C692D1E-4E32-D0E7-8C64-61BC0C329137}"/>
          </ac:spMkLst>
        </pc:spChg>
        <pc:spChg chg="add mod">
          <ac:chgData name="Elaine Andrade" userId="5c797d5ad7a6c893" providerId="LiveId" clId="{6091180C-58F1-4CAE-84B3-647B77F28826}" dt="2025-11-26T01:08:01.657" v="3262" actId="1035"/>
          <ac:spMkLst>
            <pc:docMk/>
            <pc:sldMk cId="4156825722" sldId="260"/>
            <ac:spMk id="5" creationId="{319E3D30-D767-AC35-2A3A-921F4018134A}"/>
          </ac:spMkLst>
        </pc:spChg>
        <pc:spChg chg="add mod">
          <ac:chgData name="Elaine Andrade" userId="5c797d5ad7a6c893" providerId="LiveId" clId="{6091180C-58F1-4CAE-84B3-647B77F28826}" dt="2025-11-24T22:34:25.240" v="243" actId="1036"/>
          <ac:spMkLst>
            <pc:docMk/>
            <pc:sldMk cId="4156825722" sldId="260"/>
            <ac:spMk id="6" creationId="{3BD201BD-B26E-5D1B-89AB-B6DC6D72F6F7}"/>
          </ac:spMkLst>
        </pc:spChg>
        <pc:spChg chg="add mod">
          <ac:chgData name="Elaine Andrade" userId="5c797d5ad7a6c893" providerId="LiveId" clId="{6091180C-58F1-4CAE-84B3-647B77F28826}" dt="2025-11-24T23:04:13.111" v="862" actId="1038"/>
          <ac:spMkLst>
            <pc:docMk/>
            <pc:sldMk cId="4156825722" sldId="260"/>
            <ac:spMk id="7" creationId="{EC2D0B83-61D1-EED9-EE21-46298C8478B0}"/>
          </ac:spMkLst>
        </pc:spChg>
      </pc:sldChg>
      <pc:sldChg chg="addSp delSp modSp add mod">
        <pc:chgData name="Elaine Andrade" userId="5c797d5ad7a6c893" providerId="LiveId" clId="{6091180C-58F1-4CAE-84B3-647B77F28826}" dt="2025-11-25T23:53:16.571" v="2197" actId="1076"/>
        <pc:sldMkLst>
          <pc:docMk/>
          <pc:sldMk cId="633193603" sldId="261"/>
        </pc:sldMkLst>
        <pc:spChg chg="mod">
          <ac:chgData name="Elaine Andrade" userId="5c797d5ad7a6c893" providerId="LiveId" clId="{6091180C-58F1-4CAE-84B3-647B77F28826}" dt="2025-11-24T23:38:55.218" v="906" actId="20577"/>
          <ac:spMkLst>
            <pc:docMk/>
            <pc:sldMk cId="633193603" sldId="261"/>
            <ac:spMk id="2" creationId="{DB782ED9-30D2-8F97-4558-6995B2A81C27}"/>
          </ac:spMkLst>
        </pc:spChg>
        <pc:spChg chg="mod">
          <ac:chgData name="Elaine Andrade" userId="5c797d5ad7a6c893" providerId="LiveId" clId="{6091180C-58F1-4CAE-84B3-647B77F28826}" dt="2025-11-25T00:08:30.430" v="1253" actId="1038"/>
          <ac:spMkLst>
            <pc:docMk/>
            <pc:sldMk cId="633193603" sldId="261"/>
            <ac:spMk id="3" creationId="{4D557BCC-99E2-5585-EADC-29896709BB70}"/>
          </ac:spMkLst>
        </pc:spChg>
        <pc:spChg chg="del mod">
          <ac:chgData name="Elaine Andrade" userId="5c797d5ad7a6c893" providerId="LiveId" clId="{6091180C-58F1-4CAE-84B3-647B77F28826}" dt="2025-11-24T23:43:39.486" v="928" actId="478"/>
          <ac:spMkLst>
            <pc:docMk/>
            <pc:sldMk cId="633193603" sldId="261"/>
            <ac:spMk id="5" creationId="{5D98CFE1-216F-7D5A-297F-8971269D6672}"/>
          </ac:spMkLst>
        </pc:spChg>
        <pc:spChg chg="add del mod">
          <ac:chgData name="Elaine Andrade" userId="5c797d5ad7a6c893" providerId="LiveId" clId="{6091180C-58F1-4CAE-84B3-647B77F28826}" dt="2025-11-25T00:04:15.842" v="1041" actId="478"/>
          <ac:spMkLst>
            <pc:docMk/>
            <pc:sldMk cId="633193603" sldId="261"/>
            <ac:spMk id="8" creationId="{BCD965A1-CC2E-EBC3-1227-7A3AB18C90FE}"/>
          </ac:spMkLst>
        </pc:spChg>
        <pc:spChg chg="del">
          <ac:chgData name="Elaine Andrade" userId="5c797d5ad7a6c893" providerId="LiveId" clId="{6091180C-58F1-4CAE-84B3-647B77F28826}" dt="2025-11-24T23:41:19.935" v="920" actId="478"/>
          <ac:spMkLst>
            <pc:docMk/>
            <pc:sldMk cId="633193603" sldId="261"/>
            <ac:spMk id="11" creationId="{0F8E8E9C-3134-CCF6-A14D-74F6A2E1AD35}"/>
          </ac:spMkLst>
        </pc:spChg>
        <pc:spChg chg="del mod">
          <ac:chgData name="Elaine Andrade" userId="5c797d5ad7a6c893" providerId="LiveId" clId="{6091180C-58F1-4CAE-84B3-647B77F28826}" dt="2025-11-24T23:39:09.069" v="909" actId="478"/>
          <ac:spMkLst>
            <pc:docMk/>
            <pc:sldMk cId="633193603" sldId="261"/>
            <ac:spMk id="12" creationId="{B2C83BF1-E3C5-6AF4-0746-3D26B240D4C5}"/>
          </ac:spMkLst>
        </pc:spChg>
        <pc:spChg chg="del">
          <ac:chgData name="Elaine Andrade" userId="5c797d5ad7a6c893" providerId="LiveId" clId="{6091180C-58F1-4CAE-84B3-647B77F28826}" dt="2025-11-24T23:41:24.576" v="921" actId="478"/>
          <ac:spMkLst>
            <pc:docMk/>
            <pc:sldMk cId="633193603" sldId="261"/>
            <ac:spMk id="13" creationId="{1A10F697-DB5F-DE6B-B174-F479A56E2F7D}"/>
          </ac:spMkLst>
        </pc:spChg>
        <pc:spChg chg="add del">
          <ac:chgData name="Elaine Andrade" userId="5c797d5ad7a6c893" providerId="LiveId" clId="{6091180C-58F1-4CAE-84B3-647B77F28826}" dt="2025-11-24T23:43:37.133" v="927" actId="478"/>
          <ac:spMkLst>
            <pc:docMk/>
            <pc:sldMk cId="633193603" sldId="261"/>
            <ac:spMk id="14" creationId="{11CFBF6D-CDDA-3E37-B98C-493BDAEC6B1F}"/>
          </ac:spMkLst>
        </pc:spChg>
        <pc:spChg chg="add del mod">
          <ac:chgData name="Elaine Andrade" userId="5c797d5ad7a6c893" providerId="LiveId" clId="{6091180C-58F1-4CAE-84B3-647B77F28826}" dt="2025-11-25T00:05:00.021" v="1049" actId="478"/>
          <ac:spMkLst>
            <pc:docMk/>
            <pc:sldMk cId="633193603" sldId="261"/>
            <ac:spMk id="17" creationId="{633743AB-8DBB-292C-6EEA-9C48818405B7}"/>
          </ac:spMkLst>
        </pc:spChg>
        <pc:spChg chg="add del mod">
          <ac:chgData name="Elaine Andrade" userId="5c797d5ad7a6c893" providerId="LiveId" clId="{6091180C-58F1-4CAE-84B3-647B77F28826}" dt="2025-11-25T00:04:54.115" v="1046" actId="478"/>
          <ac:spMkLst>
            <pc:docMk/>
            <pc:sldMk cId="633193603" sldId="261"/>
            <ac:spMk id="18" creationId="{BA2A4650-36BE-D74F-42B0-09B041F97B71}"/>
          </ac:spMkLst>
        </pc:spChg>
        <pc:spChg chg="add del mod">
          <ac:chgData name="Elaine Andrade" userId="5c797d5ad7a6c893" providerId="LiveId" clId="{6091180C-58F1-4CAE-84B3-647B77F28826}" dt="2025-11-25T00:04:57.173" v="1048" actId="478"/>
          <ac:spMkLst>
            <pc:docMk/>
            <pc:sldMk cId="633193603" sldId="261"/>
            <ac:spMk id="19" creationId="{E53E6CD6-5554-53ED-231F-39A0849A3870}"/>
          </ac:spMkLst>
        </pc:spChg>
        <pc:spChg chg="add del mod">
          <ac:chgData name="Elaine Andrade" userId="5c797d5ad7a6c893" providerId="LiveId" clId="{6091180C-58F1-4CAE-84B3-647B77F28826}" dt="2025-11-25T00:04:52.808" v="1045" actId="478"/>
          <ac:spMkLst>
            <pc:docMk/>
            <pc:sldMk cId="633193603" sldId="261"/>
            <ac:spMk id="20" creationId="{79B6FEB7-6A27-8DD8-A5E9-81165659791E}"/>
          </ac:spMkLst>
        </pc:spChg>
        <pc:spChg chg="add del mod">
          <ac:chgData name="Elaine Andrade" userId="5c797d5ad7a6c893" providerId="LiveId" clId="{6091180C-58F1-4CAE-84B3-647B77F28826}" dt="2025-11-25T00:04:55.485" v="1047" actId="478"/>
          <ac:spMkLst>
            <pc:docMk/>
            <pc:sldMk cId="633193603" sldId="261"/>
            <ac:spMk id="21" creationId="{6D487CA9-309B-D41D-CE44-CE707C1A4AD4}"/>
          </ac:spMkLst>
        </pc:spChg>
        <pc:spChg chg="add mod">
          <ac:chgData name="Elaine Andrade" userId="5c797d5ad7a6c893" providerId="LiveId" clId="{6091180C-58F1-4CAE-84B3-647B77F28826}" dt="2025-11-25T00:25:19.076" v="1739" actId="14100"/>
          <ac:spMkLst>
            <pc:docMk/>
            <pc:sldMk cId="633193603" sldId="261"/>
            <ac:spMk id="38" creationId="{1A7FDE23-F5F6-A799-888A-3CCFF10A7752}"/>
          </ac:spMkLst>
        </pc:spChg>
        <pc:spChg chg="add mod">
          <ac:chgData name="Elaine Andrade" userId="5c797d5ad7a6c893" providerId="LiveId" clId="{6091180C-58F1-4CAE-84B3-647B77F28826}" dt="2025-11-25T23:53:14.852" v="2196" actId="20577"/>
          <ac:spMkLst>
            <pc:docMk/>
            <pc:sldMk cId="633193603" sldId="261"/>
            <ac:spMk id="39" creationId="{09BC836F-D771-8D43-78D4-1154F71E3992}"/>
          </ac:spMkLst>
        </pc:spChg>
        <pc:spChg chg="add mod">
          <ac:chgData name="Elaine Andrade" userId="5c797d5ad7a6c893" providerId="LiveId" clId="{6091180C-58F1-4CAE-84B3-647B77F28826}" dt="2025-11-25T23:53:16.571" v="2197" actId="1076"/>
          <ac:spMkLst>
            <pc:docMk/>
            <pc:sldMk cId="633193603" sldId="261"/>
            <ac:spMk id="40" creationId="{8CB8862D-3B06-ACBB-9125-A7DA5BE113B2}"/>
          </ac:spMkLst>
        </pc:spChg>
        <pc:spChg chg="add mod">
          <ac:chgData name="Elaine Andrade" userId="5c797d5ad7a6c893" providerId="LiveId" clId="{6091180C-58F1-4CAE-84B3-647B77F28826}" dt="2025-11-25T00:25:45.964" v="1795" actId="14100"/>
          <ac:spMkLst>
            <pc:docMk/>
            <pc:sldMk cId="633193603" sldId="261"/>
            <ac:spMk id="41" creationId="{EC0CD94B-19E4-F171-2672-63537E0F1FF3}"/>
          </ac:spMkLst>
        </pc:spChg>
        <pc:spChg chg="add mod">
          <ac:chgData name="Elaine Andrade" userId="5c797d5ad7a6c893" providerId="LiveId" clId="{6091180C-58F1-4CAE-84B3-647B77F28826}" dt="2025-11-25T00:25:55.883" v="1824" actId="14100"/>
          <ac:spMkLst>
            <pc:docMk/>
            <pc:sldMk cId="633193603" sldId="261"/>
            <ac:spMk id="42" creationId="{0C5ECE97-A56A-A063-B15F-473AA6425C02}"/>
          </ac:spMkLst>
        </pc:spChg>
        <pc:spChg chg="add mod">
          <ac:chgData name="Elaine Andrade" userId="5c797d5ad7a6c893" providerId="LiveId" clId="{6091180C-58F1-4CAE-84B3-647B77F28826}" dt="2025-11-25T00:23:51.374" v="1728" actId="207"/>
          <ac:spMkLst>
            <pc:docMk/>
            <pc:sldMk cId="633193603" sldId="261"/>
            <ac:spMk id="43" creationId="{5C29DAFB-AEE9-0FBF-DBA9-37C8DDB358C9}"/>
          </ac:spMkLst>
        </pc:spChg>
        <pc:spChg chg="add mod">
          <ac:chgData name="Elaine Andrade" userId="5c797d5ad7a6c893" providerId="LiveId" clId="{6091180C-58F1-4CAE-84B3-647B77F28826}" dt="2025-11-25T00:23:56.662" v="1729" actId="207"/>
          <ac:spMkLst>
            <pc:docMk/>
            <pc:sldMk cId="633193603" sldId="261"/>
            <ac:spMk id="44" creationId="{843DC647-A7EA-BA95-A2E8-BB2699CA24A0}"/>
          </ac:spMkLst>
        </pc:spChg>
        <pc:spChg chg="add mod">
          <ac:chgData name="Elaine Andrade" userId="5c797d5ad7a6c893" providerId="LiveId" clId="{6091180C-58F1-4CAE-84B3-647B77F28826}" dt="2025-11-25T00:24:51.467" v="1734" actId="1076"/>
          <ac:spMkLst>
            <pc:docMk/>
            <pc:sldMk cId="633193603" sldId="261"/>
            <ac:spMk id="45" creationId="{AFE8F00E-3BA6-D274-13A1-12F7EC8E329D}"/>
          </ac:spMkLst>
        </pc:spChg>
        <pc:spChg chg="add mod">
          <ac:chgData name="Elaine Andrade" userId="5c797d5ad7a6c893" providerId="LiveId" clId="{6091180C-58F1-4CAE-84B3-647B77F28826}" dt="2025-11-25T00:25:02.490" v="1736" actId="2085"/>
          <ac:spMkLst>
            <pc:docMk/>
            <pc:sldMk cId="633193603" sldId="261"/>
            <ac:spMk id="46" creationId="{097EABAD-E9E6-7CD0-980D-E22CC7342CAE}"/>
          </ac:spMkLst>
        </pc:spChg>
        <pc:spChg chg="add mod">
          <ac:chgData name="Elaine Andrade" userId="5c797d5ad7a6c893" providerId="LiveId" clId="{6091180C-58F1-4CAE-84B3-647B77F28826}" dt="2025-11-25T00:25:09.024" v="1737" actId="1076"/>
          <ac:spMkLst>
            <pc:docMk/>
            <pc:sldMk cId="633193603" sldId="261"/>
            <ac:spMk id="47" creationId="{CFB1BFD2-3BE1-EA65-942A-B4F10E466E43}"/>
          </ac:spMkLst>
        </pc:spChg>
        <pc:picChg chg="del">
          <ac:chgData name="Elaine Andrade" userId="5c797d5ad7a6c893" providerId="LiveId" clId="{6091180C-58F1-4CAE-84B3-647B77F28826}" dt="2025-11-24T23:39:06.451" v="907" actId="478"/>
          <ac:picMkLst>
            <pc:docMk/>
            <pc:sldMk cId="633193603" sldId="261"/>
            <ac:picMk id="10" creationId="{EAE30BA2-D418-815A-22C7-EAF039CA36EC}"/>
          </ac:picMkLst>
        </pc:picChg>
        <pc:picChg chg="add del mod">
          <ac:chgData name="Elaine Andrade" userId="5c797d5ad7a6c893" providerId="LiveId" clId="{6091180C-58F1-4CAE-84B3-647B77F28826}" dt="2025-11-24T23:46:14.396" v="965" actId="478"/>
          <ac:picMkLst>
            <pc:docMk/>
            <pc:sldMk cId="633193603" sldId="261"/>
            <ac:picMk id="16" creationId="{B007481F-CD75-6A50-F826-0A54BB80899B}"/>
          </ac:picMkLst>
        </pc:picChg>
        <pc:picChg chg="add del mod">
          <ac:chgData name="Elaine Andrade" userId="5c797d5ad7a6c893" providerId="LiveId" clId="{6091180C-58F1-4CAE-84B3-647B77F28826}" dt="2025-11-24T23:56:42.857" v="1018" actId="478"/>
          <ac:picMkLst>
            <pc:docMk/>
            <pc:sldMk cId="633193603" sldId="261"/>
            <ac:picMk id="23" creationId="{2AD4E265-966B-D88F-65EB-1464C341D3A1}"/>
          </ac:picMkLst>
        </pc:picChg>
        <pc:picChg chg="add del mod">
          <ac:chgData name="Elaine Andrade" userId="5c797d5ad7a6c893" providerId="LiveId" clId="{6091180C-58F1-4CAE-84B3-647B77F28826}" dt="2025-11-24T23:58:03.393" v="1024" actId="478"/>
          <ac:picMkLst>
            <pc:docMk/>
            <pc:sldMk cId="633193603" sldId="261"/>
            <ac:picMk id="25" creationId="{3A014148-FDB3-4F3D-61A0-3F60D562FED5}"/>
          </ac:picMkLst>
        </pc:picChg>
        <pc:picChg chg="add del mod">
          <ac:chgData name="Elaine Andrade" userId="5c797d5ad7a6c893" providerId="LiveId" clId="{6091180C-58F1-4CAE-84B3-647B77F28826}" dt="2025-11-25T00:01:21.073" v="1034" actId="478"/>
          <ac:picMkLst>
            <pc:docMk/>
            <pc:sldMk cId="633193603" sldId="261"/>
            <ac:picMk id="27" creationId="{F2AA52F3-8139-1E92-B448-FC6336DBA5D1}"/>
          </ac:picMkLst>
        </pc:picChg>
        <pc:picChg chg="add mod">
          <ac:chgData name="Elaine Andrade" userId="5c797d5ad7a6c893" providerId="LiveId" clId="{6091180C-58F1-4CAE-84B3-647B77F28826}" dt="2025-11-25T00:00:37.701" v="1030" actId="1076"/>
          <ac:picMkLst>
            <pc:docMk/>
            <pc:sldMk cId="633193603" sldId="261"/>
            <ac:picMk id="29" creationId="{B22DFDE0-46D8-D17B-F303-31B9513A517B}"/>
          </ac:picMkLst>
        </pc:picChg>
        <pc:picChg chg="add mod">
          <ac:chgData name="Elaine Andrade" userId="5c797d5ad7a6c893" providerId="LiveId" clId="{6091180C-58F1-4CAE-84B3-647B77F28826}" dt="2025-11-25T00:05:33.395" v="1057" actId="1035"/>
          <ac:picMkLst>
            <pc:docMk/>
            <pc:sldMk cId="633193603" sldId="261"/>
            <ac:picMk id="31" creationId="{67514FAD-CB71-F697-EDAE-4D96AAE4AFDF}"/>
          </ac:picMkLst>
        </pc:picChg>
        <pc:picChg chg="add mod">
          <ac:chgData name="Elaine Andrade" userId="5c797d5ad7a6c893" providerId="LiveId" clId="{6091180C-58F1-4CAE-84B3-647B77F28826}" dt="2025-11-25T00:02:22.029" v="1036" actId="1076"/>
          <ac:picMkLst>
            <pc:docMk/>
            <pc:sldMk cId="633193603" sldId="261"/>
            <ac:picMk id="33" creationId="{D1A2B31D-DA33-024B-B8FB-482FF2A631EE}"/>
          </ac:picMkLst>
        </pc:picChg>
        <pc:picChg chg="add mod">
          <ac:chgData name="Elaine Andrade" userId="5c797d5ad7a6c893" providerId="LiveId" clId="{6091180C-58F1-4CAE-84B3-647B77F28826}" dt="2025-11-25T00:04:19.425" v="1042" actId="1076"/>
          <ac:picMkLst>
            <pc:docMk/>
            <pc:sldMk cId="633193603" sldId="261"/>
            <ac:picMk id="35" creationId="{198CCE6E-F2A9-FFFE-637C-39E0C45FD2C3}"/>
          </ac:picMkLst>
        </pc:picChg>
        <pc:picChg chg="add mod">
          <ac:chgData name="Elaine Andrade" userId="5c797d5ad7a6c893" providerId="LiveId" clId="{6091180C-58F1-4CAE-84B3-647B77F28826}" dt="2025-11-25T00:20:33.219" v="1605" actId="1076"/>
          <ac:picMkLst>
            <pc:docMk/>
            <pc:sldMk cId="633193603" sldId="261"/>
            <ac:picMk id="37" creationId="{FB124FA7-C32D-16D9-1703-5698E5BA1A76}"/>
          </ac:picMkLst>
        </pc:picChg>
      </pc:sldChg>
      <pc:sldChg chg="delSp modSp add del mod">
        <pc:chgData name="Elaine Andrade" userId="5c797d5ad7a6c893" providerId="LiveId" clId="{6091180C-58F1-4CAE-84B3-647B77F28826}" dt="2025-11-25T23:46:15.027" v="1871" actId="47"/>
        <pc:sldMkLst>
          <pc:docMk/>
          <pc:sldMk cId="235253973" sldId="262"/>
        </pc:sldMkLst>
        <pc:picChg chg="del mod">
          <ac:chgData name="Elaine Andrade" userId="5c797d5ad7a6c893" providerId="LiveId" clId="{6091180C-58F1-4CAE-84B3-647B77F28826}" dt="2025-11-25T00:13:50.306" v="1426" actId="478"/>
          <ac:picMkLst>
            <pc:docMk/>
            <pc:sldMk cId="235253973" sldId="262"/>
            <ac:picMk id="16" creationId="{B007481F-CD75-6A50-F826-0A54BB80899B}"/>
          </ac:picMkLst>
        </pc:picChg>
      </pc:sldChg>
      <pc:sldChg chg="addSp delSp modSp add mod">
        <pc:chgData name="Elaine Andrade" userId="5c797d5ad7a6c893" providerId="LiveId" clId="{6091180C-58F1-4CAE-84B3-647B77F28826}" dt="2025-11-26T01:08:12.526" v="3272" actId="20577"/>
        <pc:sldMkLst>
          <pc:docMk/>
          <pc:sldMk cId="2543757664" sldId="262"/>
        </pc:sldMkLst>
        <pc:spChg chg="mod">
          <ac:chgData name="Elaine Andrade" userId="5c797d5ad7a6c893" providerId="LiveId" clId="{6091180C-58F1-4CAE-84B3-647B77F28826}" dt="2025-11-26T01:08:12.526" v="3272" actId="20577"/>
          <ac:spMkLst>
            <pc:docMk/>
            <pc:sldMk cId="2543757664" sldId="262"/>
            <ac:spMk id="2" creationId="{DB782ED9-30D2-8F97-4558-6995B2A81C27}"/>
          </ac:spMkLst>
        </pc:spChg>
        <pc:spChg chg="mod">
          <ac:chgData name="Elaine Andrade" userId="5c797d5ad7a6c893" providerId="LiveId" clId="{6091180C-58F1-4CAE-84B3-647B77F28826}" dt="2025-11-26T00:31:02.093" v="2814" actId="20577"/>
          <ac:spMkLst>
            <pc:docMk/>
            <pc:sldMk cId="2543757664" sldId="262"/>
            <ac:spMk id="3" creationId="{4D557BCC-99E2-5585-EADC-29896709BB70}"/>
          </ac:spMkLst>
        </pc:spChg>
        <pc:spChg chg="add mod">
          <ac:chgData name="Elaine Andrade" userId="5c797d5ad7a6c893" providerId="LiveId" clId="{6091180C-58F1-4CAE-84B3-647B77F28826}" dt="2025-11-26T00:33:51.720" v="2853" actId="6549"/>
          <ac:spMkLst>
            <pc:docMk/>
            <pc:sldMk cId="2543757664" sldId="262"/>
            <ac:spMk id="4" creationId="{54C822AF-7D4C-C031-20F7-97B5B37F47CD}"/>
          </ac:spMkLst>
        </pc:spChg>
        <pc:spChg chg="add del mod">
          <ac:chgData name="Elaine Andrade" userId="5c797d5ad7a6c893" providerId="LiveId" clId="{6091180C-58F1-4CAE-84B3-647B77F28826}" dt="2025-11-26T00:41:23.701" v="2970" actId="478"/>
          <ac:spMkLst>
            <pc:docMk/>
            <pc:sldMk cId="2543757664" sldId="262"/>
            <ac:spMk id="14" creationId="{F31010FD-2608-EAC7-841E-337742C99DD4}"/>
          </ac:spMkLst>
        </pc:spChg>
        <pc:spChg chg="del">
          <ac:chgData name="Elaine Andrade" userId="5c797d5ad7a6c893" providerId="LiveId" clId="{6091180C-58F1-4CAE-84B3-647B77F28826}" dt="2025-11-25T23:47:31.245" v="1883" actId="478"/>
          <ac:spMkLst>
            <pc:docMk/>
            <pc:sldMk cId="2543757664" sldId="262"/>
            <ac:spMk id="38" creationId="{1A7FDE23-F5F6-A799-888A-3CCFF10A7752}"/>
          </ac:spMkLst>
        </pc:spChg>
        <pc:spChg chg="del">
          <ac:chgData name="Elaine Andrade" userId="5c797d5ad7a6c893" providerId="LiveId" clId="{6091180C-58F1-4CAE-84B3-647B77F28826}" dt="2025-11-25T23:47:27.167" v="1882" actId="478"/>
          <ac:spMkLst>
            <pc:docMk/>
            <pc:sldMk cId="2543757664" sldId="262"/>
            <ac:spMk id="39" creationId="{09BC836F-D771-8D43-78D4-1154F71E3992}"/>
          </ac:spMkLst>
        </pc:spChg>
        <pc:spChg chg="del">
          <ac:chgData name="Elaine Andrade" userId="5c797d5ad7a6c893" providerId="LiveId" clId="{6091180C-58F1-4CAE-84B3-647B77F28826}" dt="2025-11-25T23:47:27.167" v="1882" actId="478"/>
          <ac:spMkLst>
            <pc:docMk/>
            <pc:sldMk cId="2543757664" sldId="262"/>
            <ac:spMk id="40" creationId="{8CB8862D-3B06-ACBB-9125-A7DA5BE113B2}"/>
          </ac:spMkLst>
        </pc:spChg>
        <pc:spChg chg="del">
          <ac:chgData name="Elaine Andrade" userId="5c797d5ad7a6c893" providerId="LiveId" clId="{6091180C-58F1-4CAE-84B3-647B77F28826}" dt="2025-11-25T23:47:27.167" v="1882" actId="478"/>
          <ac:spMkLst>
            <pc:docMk/>
            <pc:sldMk cId="2543757664" sldId="262"/>
            <ac:spMk id="41" creationId="{EC0CD94B-19E4-F171-2672-63537E0F1FF3}"/>
          </ac:spMkLst>
        </pc:spChg>
        <pc:spChg chg="del">
          <ac:chgData name="Elaine Andrade" userId="5c797d5ad7a6c893" providerId="LiveId" clId="{6091180C-58F1-4CAE-84B3-647B77F28826}" dt="2025-11-25T23:47:27.167" v="1882" actId="478"/>
          <ac:spMkLst>
            <pc:docMk/>
            <pc:sldMk cId="2543757664" sldId="262"/>
            <ac:spMk id="42" creationId="{0C5ECE97-A56A-A063-B15F-473AA6425C02}"/>
          </ac:spMkLst>
        </pc:spChg>
        <pc:spChg chg="del">
          <ac:chgData name="Elaine Andrade" userId="5c797d5ad7a6c893" providerId="LiveId" clId="{6091180C-58F1-4CAE-84B3-647B77F28826}" dt="2025-11-25T23:47:31.245" v="1883" actId="478"/>
          <ac:spMkLst>
            <pc:docMk/>
            <pc:sldMk cId="2543757664" sldId="262"/>
            <ac:spMk id="43" creationId="{5C29DAFB-AEE9-0FBF-DBA9-37C8DDB358C9}"/>
          </ac:spMkLst>
        </pc:spChg>
        <pc:spChg chg="del">
          <ac:chgData name="Elaine Andrade" userId="5c797d5ad7a6c893" providerId="LiveId" clId="{6091180C-58F1-4CAE-84B3-647B77F28826}" dt="2025-11-25T23:47:27.167" v="1882" actId="478"/>
          <ac:spMkLst>
            <pc:docMk/>
            <pc:sldMk cId="2543757664" sldId="262"/>
            <ac:spMk id="44" creationId="{843DC647-A7EA-BA95-A2E8-BB2699CA24A0}"/>
          </ac:spMkLst>
        </pc:spChg>
        <pc:spChg chg="del">
          <ac:chgData name="Elaine Andrade" userId="5c797d5ad7a6c893" providerId="LiveId" clId="{6091180C-58F1-4CAE-84B3-647B77F28826}" dt="2025-11-25T23:47:27.167" v="1882" actId="478"/>
          <ac:spMkLst>
            <pc:docMk/>
            <pc:sldMk cId="2543757664" sldId="262"/>
            <ac:spMk id="45" creationId="{AFE8F00E-3BA6-D274-13A1-12F7EC8E329D}"/>
          </ac:spMkLst>
        </pc:spChg>
        <pc:spChg chg="del">
          <ac:chgData name="Elaine Andrade" userId="5c797d5ad7a6c893" providerId="LiveId" clId="{6091180C-58F1-4CAE-84B3-647B77F28826}" dt="2025-11-25T23:47:27.167" v="1882" actId="478"/>
          <ac:spMkLst>
            <pc:docMk/>
            <pc:sldMk cId="2543757664" sldId="262"/>
            <ac:spMk id="46" creationId="{097EABAD-E9E6-7CD0-980D-E22CC7342CAE}"/>
          </ac:spMkLst>
        </pc:spChg>
        <pc:spChg chg="del">
          <ac:chgData name="Elaine Andrade" userId="5c797d5ad7a6c893" providerId="LiveId" clId="{6091180C-58F1-4CAE-84B3-647B77F28826}" dt="2025-11-25T23:47:27.167" v="1882" actId="478"/>
          <ac:spMkLst>
            <pc:docMk/>
            <pc:sldMk cId="2543757664" sldId="262"/>
            <ac:spMk id="47" creationId="{CFB1BFD2-3BE1-EA65-942A-B4F10E466E43}"/>
          </ac:spMkLst>
        </pc:spChg>
        <pc:picChg chg="add del mod">
          <ac:chgData name="Elaine Andrade" userId="5c797d5ad7a6c893" providerId="LiveId" clId="{6091180C-58F1-4CAE-84B3-647B77F28826}" dt="2025-11-26T00:33:50.095" v="2850" actId="478"/>
          <ac:picMkLst>
            <pc:docMk/>
            <pc:sldMk cId="2543757664" sldId="262"/>
            <ac:picMk id="8" creationId="{B61ECD1B-70E2-C7AA-BF7A-C941E8E38444}"/>
          </ac:picMkLst>
        </pc:picChg>
        <pc:picChg chg="add del mod">
          <ac:chgData name="Elaine Andrade" userId="5c797d5ad7a6c893" providerId="LiveId" clId="{6091180C-58F1-4CAE-84B3-647B77F28826}" dt="2025-11-26T00:33:49.648" v="2849" actId="1076"/>
          <ac:picMkLst>
            <pc:docMk/>
            <pc:sldMk cId="2543757664" sldId="262"/>
            <ac:picMk id="10" creationId="{D2537565-7301-4C19-B1CB-F5C0172752A0}"/>
          </ac:picMkLst>
        </pc:picChg>
        <pc:picChg chg="add mod">
          <ac:chgData name="Elaine Andrade" userId="5c797d5ad7a6c893" providerId="LiveId" clId="{6091180C-58F1-4CAE-84B3-647B77F28826}" dt="2025-11-26T00:34:14.381" v="2881" actId="1076"/>
          <ac:picMkLst>
            <pc:docMk/>
            <pc:sldMk cId="2543757664" sldId="262"/>
            <ac:picMk id="12" creationId="{91B8E5CA-437E-66E0-127D-86EFCC6D57B7}"/>
          </ac:picMkLst>
        </pc:picChg>
        <pc:picChg chg="del">
          <ac:chgData name="Elaine Andrade" userId="5c797d5ad7a6c893" providerId="LiveId" clId="{6091180C-58F1-4CAE-84B3-647B77F28826}" dt="2025-11-25T23:47:27.167" v="1882" actId="478"/>
          <ac:picMkLst>
            <pc:docMk/>
            <pc:sldMk cId="2543757664" sldId="262"/>
            <ac:picMk id="29" creationId="{B22DFDE0-46D8-D17B-F303-31B9513A517B}"/>
          </ac:picMkLst>
        </pc:picChg>
        <pc:picChg chg="del">
          <ac:chgData name="Elaine Andrade" userId="5c797d5ad7a6c893" providerId="LiveId" clId="{6091180C-58F1-4CAE-84B3-647B77F28826}" dt="2025-11-25T23:47:31.245" v="1883" actId="478"/>
          <ac:picMkLst>
            <pc:docMk/>
            <pc:sldMk cId="2543757664" sldId="262"/>
            <ac:picMk id="31" creationId="{67514FAD-CB71-F697-EDAE-4D96AAE4AFDF}"/>
          </ac:picMkLst>
        </pc:picChg>
        <pc:picChg chg="del">
          <ac:chgData name="Elaine Andrade" userId="5c797d5ad7a6c893" providerId="LiveId" clId="{6091180C-58F1-4CAE-84B3-647B77F28826}" dt="2025-11-25T23:47:27.167" v="1882" actId="478"/>
          <ac:picMkLst>
            <pc:docMk/>
            <pc:sldMk cId="2543757664" sldId="262"/>
            <ac:picMk id="33" creationId="{D1A2B31D-DA33-024B-B8FB-482FF2A631EE}"/>
          </ac:picMkLst>
        </pc:picChg>
        <pc:picChg chg="del">
          <ac:chgData name="Elaine Andrade" userId="5c797d5ad7a6c893" providerId="LiveId" clId="{6091180C-58F1-4CAE-84B3-647B77F28826}" dt="2025-11-25T23:47:27.167" v="1882" actId="478"/>
          <ac:picMkLst>
            <pc:docMk/>
            <pc:sldMk cId="2543757664" sldId="262"/>
            <ac:picMk id="35" creationId="{198CCE6E-F2A9-FFFE-637C-39E0C45FD2C3}"/>
          </ac:picMkLst>
        </pc:picChg>
        <pc:picChg chg="del">
          <ac:chgData name="Elaine Andrade" userId="5c797d5ad7a6c893" providerId="LiveId" clId="{6091180C-58F1-4CAE-84B3-647B77F28826}" dt="2025-11-25T23:47:27.167" v="1882" actId="478"/>
          <ac:picMkLst>
            <pc:docMk/>
            <pc:sldMk cId="2543757664" sldId="262"/>
            <ac:picMk id="37" creationId="{FB124FA7-C32D-16D9-1703-5698E5BA1A76}"/>
          </ac:picMkLst>
        </pc:picChg>
        <pc:cxnChg chg="add mod">
          <ac:chgData name="Elaine Andrade" userId="5c797d5ad7a6c893" providerId="LiveId" clId="{6091180C-58F1-4CAE-84B3-647B77F28826}" dt="2025-11-26T00:34:03.955" v="2879" actId="1038"/>
          <ac:cxnSpMkLst>
            <pc:docMk/>
            <pc:sldMk cId="2543757664" sldId="262"/>
            <ac:cxnSpMk id="13" creationId="{3D0AEB94-0A62-C940-3A77-55FBF3D11ACC}"/>
          </ac:cxnSpMkLst>
        </pc:cxnChg>
      </pc:sldChg>
      <pc:sldChg chg="addSp delSp modSp add mod">
        <pc:chgData name="Elaine Andrade" userId="5c797d5ad7a6c893" providerId="LiveId" clId="{6091180C-58F1-4CAE-84B3-647B77F28826}" dt="2025-11-26T01:08:33.920" v="3302" actId="20577"/>
        <pc:sldMkLst>
          <pc:docMk/>
          <pc:sldMk cId="2965985382" sldId="263"/>
        </pc:sldMkLst>
        <pc:spChg chg="mod">
          <ac:chgData name="Elaine Andrade" userId="5c797d5ad7a6c893" providerId="LiveId" clId="{6091180C-58F1-4CAE-84B3-647B77F28826}" dt="2025-11-26T01:08:33.920" v="3302" actId="20577"/>
          <ac:spMkLst>
            <pc:docMk/>
            <pc:sldMk cId="2965985382" sldId="263"/>
            <ac:spMk id="2" creationId="{DB782ED9-30D2-8F97-4558-6995B2A81C27}"/>
          </ac:spMkLst>
        </pc:spChg>
        <pc:spChg chg="mod">
          <ac:chgData name="Elaine Andrade" userId="5c797d5ad7a6c893" providerId="LiveId" clId="{6091180C-58F1-4CAE-84B3-647B77F28826}" dt="2025-11-26T00:39:37.458" v="2961" actId="20577"/>
          <ac:spMkLst>
            <pc:docMk/>
            <pc:sldMk cId="2965985382" sldId="263"/>
            <ac:spMk id="3" creationId="{4D557BCC-99E2-5585-EADC-29896709BB70}"/>
          </ac:spMkLst>
        </pc:spChg>
        <pc:spChg chg="mod">
          <ac:chgData name="Elaine Andrade" userId="5c797d5ad7a6c893" providerId="LiveId" clId="{6091180C-58F1-4CAE-84B3-647B77F28826}" dt="2025-11-26T00:57:50.609" v="3182" actId="6549"/>
          <ac:spMkLst>
            <pc:docMk/>
            <pc:sldMk cId="2965985382" sldId="263"/>
            <ac:spMk id="4" creationId="{54C822AF-7D4C-C031-20F7-97B5B37F47CD}"/>
          </ac:spMkLst>
        </pc:spChg>
        <pc:spChg chg="add mod">
          <ac:chgData name="Elaine Andrade" userId="5c797d5ad7a6c893" providerId="LiveId" clId="{6091180C-58F1-4CAE-84B3-647B77F28826}" dt="2025-11-26T01:03:03.680" v="3191" actId="20577"/>
          <ac:spMkLst>
            <pc:docMk/>
            <pc:sldMk cId="2965985382" sldId="263"/>
            <ac:spMk id="5" creationId="{9A04E374-6FDF-A81E-D84C-395A49BAA598}"/>
          </ac:spMkLst>
        </pc:spChg>
        <pc:picChg chg="del">
          <ac:chgData name="Elaine Andrade" userId="5c797d5ad7a6c893" providerId="LiveId" clId="{6091180C-58F1-4CAE-84B3-647B77F28826}" dt="2025-11-26T00:23:34.574" v="2802" actId="478"/>
          <ac:picMkLst>
            <pc:docMk/>
            <pc:sldMk cId="2965985382" sldId="263"/>
            <ac:picMk id="8" creationId="{B61ECD1B-70E2-C7AA-BF7A-C941E8E38444}"/>
          </ac:picMkLst>
        </pc:picChg>
        <pc:picChg chg="del">
          <ac:chgData name="Elaine Andrade" userId="5c797d5ad7a6c893" providerId="LiveId" clId="{6091180C-58F1-4CAE-84B3-647B77F28826}" dt="2025-11-26T00:23:35.372" v="2803" actId="478"/>
          <ac:picMkLst>
            <pc:docMk/>
            <pc:sldMk cId="2965985382" sldId="263"/>
            <ac:picMk id="10" creationId="{D2537565-7301-4C19-B1CB-F5C0172752A0}"/>
          </ac:picMkLst>
        </pc:picChg>
        <pc:picChg chg="add del mod">
          <ac:chgData name="Elaine Andrade" userId="5c797d5ad7a6c893" providerId="LiveId" clId="{6091180C-58F1-4CAE-84B3-647B77F28826}" dt="2025-11-26T01:03:50.351" v="3203" actId="478"/>
          <ac:picMkLst>
            <pc:docMk/>
            <pc:sldMk cId="2965985382" sldId="263"/>
            <ac:picMk id="11" creationId="{46FD6E49-84F2-9CD7-7391-D58ACE9F9343}"/>
          </ac:picMkLst>
        </pc:picChg>
        <pc:picChg chg="del">
          <ac:chgData name="Elaine Andrade" userId="5c797d5ad7a6c893" providerId="LiveId" clId="{6091180C-58F1-4CAE-84B3-647B77F28826}" dt="2025-11-26T00:23:36.464" v="2804" actId="478"/>
          <ac:picMkLst>
            <pc:docMk/>
            <pc:sldMk cId="2965985382" sldId="263"/>
            <ac:picMk id="12" creationId="{91B8E5CA-437E-66E0-127D-86EFCC6D57B7}"/>
          </ac:picMkLst>
        </pc:picChg>
        <pc:picChg chg="add del mod">
          <ac:chgData name="Elaine Andrade" userId="5c797d5ad7a6c893" providerId="LiveId" clId="{6091180C-58F1-4CAE-84B3-647B77F28826}" dt="2025-11-26T01:03:50.351" v="3203" actId="478"/>
          <ac:picMkLst>
            <pc:docMk/>
            <pc:sldMk cId="2965985382" sldId="263"/>
            <ac:picMk id="14" creationId="{844995B7-E30B-C3CF-35E4-A86D83B3815C}"/>
          </ac:picMkLst>
        </pc:picChg>
        <pc:picChg chg="add del mod">
          <ac:chgData name="Elaine Andrade" userId="5c797d5ad7a6c893" providerId="LiveId" clId="{6091180C-58F1-4CAE-84B3-647B77F28826}" dt="2025-11-26T01:03:50.351" v="3203" actId="478"/>
          <ac:picMkLst>
            <pc:docMk/>
            <pc:sldMk cId="2965985382" sldId="263"/>
            <ac:picMk id="16" creationId="{142A0E02-CE4B-BD25-2A13-9BCA11A9CFA9}"/>
          </ac:picMkLst>
        </pc:picChg>
        <pc:picChg chg="add mod">
          <ac:chgData name="Elaine Andrade" userId="5c797d5ad7a6c893" providerId="LiveId" clId="{6091180C-58F1-4CAE-84B3-647B77F28826}" dt="2025-11-26T01:05:38.021" v="3238" actId="1076"/>
          <ac:picMkLst>
            <pc:docMk/>
            <pc:sldMk cId="2965985382" sldId="263"/>
            <ac:picMk id="18" creationId="{2F9CA9DB-5B9E-5FCE-9666-7B0777BE171D}"/>
          </ac:picMkLst>
        </pc:picChg>
        <pc:picChg chg="add mod">
          <ac:chgData name="Elaine Andrade" userId="5c797d5ad7a6c893" providerId="LiveId" clId="{6091180C-58F1-4CAE-84B3-647B77F28826}" dt="2025-11-26T01:05:31.260" v="3235" actId="1076"/>
          <ac:picMkLst>
            <pc:docMk/>
            <pc:sldMk cId="2965985382" sldId="263"/>
            <ac:picMk id="20" creationId="{63A1B915-CD26-BAA8-6EAF-F1A6F5FEC16F}"/>
          </ac:picMkLst>
        </pc:picChg>
        <pc:picChg chg="add mod">
          <ac:chgData name="Elaine Andrade" userId="5c797d5ad7a6c893" providerId="LiveId" clId="{6091180C-58F1-4CAE-84B3-647B77F28826}" dt="2025-11-26T01:05:22.737" v="3230" actId="1076"/>
          <ac:picMkLst>
            <pc:docMk/>
            <pc:sldMk cId="2965985382" sldId="263"/>
            <ac:picMk id="22" creationId="{9A77EB5F-D34A-9612-61EE-DFB5749A9F02}"/>
          </ac:picMkLst>
        </pc:picChg>
      </pc:sldChg>
      <pc:sldChg chg="new del">
        <pc:chgData name="Elaine Andrade" userId="5c797d5ad7a6c893" providerId="LiveId" clId="{6091180C-58F1-4CAE-84B3-647B77F28826}" dt="2025-11-26T00:41:07.157" v="2963" actId="47"/>
        <pc:sldMkLst>
          <pc:docMk/>
          <pc:sldMk cId="1652320347" sldId="264"/>
        </pc:sldMkLst>
      </pc:sldChg>
      <pc:sldChg chg="addSp delSp modSp add mod">
        <pc:chgData name="Elaine Andrade" userId="5c797d5ad7a6c893" providerId="LiveId" clId="{6091180C-58F1-4CAE-84B3-647B77F28826}" dt="2025-11-26T01:08:25.067" v="3292" actId="20577"/>
        <pc:sldMkLst>
          <pc:docMk/>
          <pc:sldMk cId="2192519999" sldId="264"/>
        </pc:sldMkLst>
        <pc:spChg chg="mod">
          <ac:chgData name="Elaine Andrade" userId="5c797d5ad7a6c893" providerId="LiveId" clId="{6091180C-58F1-4CAE-84B3-647B77F28826}" dt="2025-11-26T01:08:25.067" v="3292" actId="20577"/>
          <ac:spMkLst>
            <pc:docMk/>
            <pc:sldMk cId="2192519999" sldId="264"/>
            <ac:spMk id="2" creationId="{DB782ED9-30D2-8F97-4558-6995B2A81C27}"/>
          </ac:spMkLst>
        </pc:spChg>
        <pc:spChg chg="mod">
          <ac:chgData name="Elaine Andrade" userId="5c797d5ad7a6c893" providerId="LiveId" clId="{6091180C-58F1-4CAE-84B3-647B77F28826}" dt="2025-11-26T00:41:44.618" v="2987" actId="20577"/>
          <ac:spMkLst>
            <pc:docMk/>
            <pc:sldMk cId="2192519999" sldId="264"/>
            <ac:spMk id="4" creationId="{54C822AF-7D4C-C031-20F7-97B5B37F47CD}"/>
          </ac:spMkLst>
        </pc:spChg>
        <pc:spChg chg="mod">
          <ac:chgData name="Elaine Andrade" userId="5c797d5ad7a6c893" providerId="LiveId" clId="{6091180C-58F1-4CAE-84B3-647B77F28826}" dt="2025-11-26T01:02:49.179" v="3184" actId="1076"/>
          <ac:spMkLst>
            <pc:docMk/>
            <pc:sldMk cId="2192519999" sldId="264"/>
            <ac:spMk id="14" creationId="{F31010FD-2608-EAC7-841E-337742C99DD4}"/>
          </ac:spMkLst>
        </pc:spChg>
        <pc:picChg chg="del">
          <ac:chgData name="Elaine Andrade" userId="5c797d5ad7a6c893" providerId="LiveId" clId="{6091180C-58F1-4CAE-84B3-647B77F28826}" dt="2025-11-26T00:41:14.252" v="2965" actId="478"/>
          <ac:picMkLst>
            <pc:docMk/>
            <pc:sldMk cId="2192519999" sldId="264"/>
            <ac:picMk id="8" creationId="{B61ECD1B-70E2-C7AA-BF7A-C941E8E38444}"/>
          </ac:picMkLst>
        </pc:picChg>
        <pc:picChg chg="add del mod">
          <ac:chgData name="Elaine Andrade" userId="5c797d5ad7a6c893" providerId="LiveId" clId="{6091180C-58F1-4CAE-84B3-647B77F28826}" dt="2025-11-26T00:45:09.262" v="2993" actId="478"/>
          <ac:picMkLst>
            <pc:docMk/>
            <pc:sldMk cId="2192519999" sldId="264"/>
            <ac:picMk id="9" creationId="{5F63FF33-4E66-8B94-7935-855D2A3B509F}"/>
          </ac:picMkLst>
        </pc:picChg>
        <pc:picChg chg="del">
          <ac:chgData name="Elaine Andrade" userId="5c797d5ad7a6c893" providerId="LiveId" clId="{6091180C-58F1-4CAE-84B3-647B77F28826}" dt="2025-11-26T00:41:15.258" v="2966" actId="478"/>
          <ac:picMkLst>
            <pc:docMk/>
            <pc:sldMk cId="2192519999" sldId="264"/>
            <ac:picMk id="10" creationId="{D2537565-7301-4C19-B1CB-F5C0172752A0}"/>
          </ac:picMkLst>
        </pc:picChg>
        <pc:picChg chg="del mod">
          <ac:chgData name="Elaine Andrade" userId="5c797d5ad7a6c893" providerId="LiveId" clId="{6091180C-58F1-4CAE-84B3-647B77F28826}" dt="2025-11-26T00:41:18.185" v="2969" actId="478"/>
          <ac:picMkLst>
            <pc:docMk/>
            <pc:sldMk cId="2192519999" sldId="264"/>
            <ac:picMk id="12" creationId="{91B8E5CA-437E-66E0-127D-86EFCC6D57B7}"/>
          </ac:picMkLst>
        </pc:picChg>
        <pc:picChg chg="add mod">
          <ac:chgData name="Elaine Andrade" userId="5c797d5ad7a6c893" providerId="LiveId" clId="{6091180C-58F1-4CAE-84B3-647B77F28826}" dt="2025-11-26T00:48:14.522" v="3007" actId="1076"/>
          <ac:picMkLst>
            <pc:docMk/>
            <pc:sldMk cId="2192519999" sldId="264"/>
            <ac:picMk id="15" creationId="{7392D97B-34ED-4225-13BF-52825C826ABD}"/>
          </ac:picMkLst>
        </pc:picChg>
        <pc:picChg chg="add mod">
          <ac:chgData name="Elaine Andrade" userId="5c797d5ad7a6c893" providerId="LiveId" clId="{6091180C-58F1-4CAE-84B3-647B77F28826}" dt="2025-11-26T00:48:35.368" v="3012" actId="14100"/>
          <ac:picMkLst>
            <pc:docMk/>
            <pc:sldMk cId="2192519999" sldId="264"/>
            <ac:picMk id="17" creationId="{64FC2477-8DFC-CD59-CF0D-AD9681CBAA7A}"/>
          </ac:picMkLst>
        </pc:picChg>
        <pc:picChg chg="add del mod">
          <ac:chgData name="Elaine Andrade" userId="5c797d5ad7a6c893" providerId="LiveId" clId="{6091180C-58F1-4CAE-84B3-647B77F28826}" dt="2025-11-26T00:49:02.736" v="3015" actId="478"/>
          <ac:picMkLst>
            <pc:docMk/>
            <pc:sldMk cId="2192519999" sldId="264"/>
            <ac:picMk id="18" creationId="{F9ABB511-7BFB-C2FC-ADF2-6C4B58DA866B}"/>
          </ac:picMkLst>
        </pc:picChg>
        <pc:cxnChg chg="del">
          <ac:chgData name="Elaine Andrade" userId="5c797d5ad7a6c893" providerId="LiveId" clId="{6091180C-58F1-4CAE-84B3-647B77F28826}" dt="2025-11-26T00:41:17.370" v="2967" actId="478"/>
          <ac:cxnSpMkLst>
            <pc:docMk/>
            <pc:sldMk cId="2192519999" sldId="264"/>
            <ac:cxnSpMk id="13" creationId="{3D0AEB94-0A62-C940-3A77-55FBF3D11ACC}"/>
          </ac:cxnSpMkLst>
        </pc:cxnChg>
      </pc:sldChg>
      <pc:sldChg chg="addSp delSp modSp add del mod ord">
        <pc:chgData name="Elaine Andrade" userId="5c797d5ad7a6c893" providerId="LiveId" clId="{6091180C-58F1-4CAE-84B3-647B77F28826}" dt="2025-11-26T00:34:07.802" v="2880" actId="47"/>
        <pc:sldMkLst>
          <pc:docMk/>
          <pc:sldMk cId="4115915807" sldId="264"/>
        </pc:sldMkLst>
        <pc:spChg chg="mod">
          <ac:chgData name="Elaine Andrade" userId="5c797d5ad7a6c893" providerId="LiveId" clId="{6091180C-58F1-4CAE-84B3-647B77F28826}" dt="2025-11-26T00:31:25.285" v="2818" actId="14100"/>
          <ac:spMkLst>
            <pc:docMk/>
            <pc:sldMk cId="4115915807" sldId="264"/>
            <ac:spMk id="4" creationId="{54C822AF-7D4C-C031-20F7-97B5B37F47CD}"/>
          </ac:spMkLst>
        </pc:spChg>
        <pc:picChg chg="mod">
          <ac:chgData name="Elaine Andrade" userId="5c797d5ad7a6c893" providerId="LiveId" clId="{6091180C-58F1-4CAE-84B3-647B77F28826}" dt="2025-11-26T00:31:33.772" v="2822" actId="1076"/>
          <ac:picMkLst>
            <pc:docMk/>
            <pc:sldMk cId="4115915807" sldId="264"/>
            <ac:picMk id="8" creationId="{B61ECD1B-70E2-C7AA-BF7A-C941E8E38444}"/>
          </ac:picMkLst>
        </pc:picChg>
        <pc:picChg chg="mod">
          <ac:chgData name="Elaine Andrade" userId="5c797d5ad7a6c893" providerId="LiveId" clId="{6091180C-58F1-4CAE-84B3-647B77F28826}" dt="2025-11-26T00:31:39.850" v="2823" actId="1076"/>
          <ac:picMkLst>
            <pc:docMk/>
            <pc:sldMk cId="4115915807" sldId="264"/>
            <ac:picMk id="10" creationId="{D2537565-7301-4C19-B1CB-F5C0172752A0}"/>
          </ac:picMkLst>
        </pc:picChg>
        <pc:picChg chg="del">
          <ac:chgData name="Elaine Andrade" userId="5c797d5ad7a6c893" providerId="LiveId" clId="{6091180C-58F1-4CAE-84B3-647B77F28826}" dt="2025-11-26T00:31:20.363" v="2817" actId="478"/>
          <ac:picMkLst>
            <pc:docMk/>
            <pc:sldMk cId="4115915807" sldId="264"/>
            <ac:picMk id="12" creationId="{91B8E5CA-437E-66E0-127D-86EFCC6D57B7}"/>
          </ac:picMkLst>
        </pc:picChg>
        <pc:cxnChg chg="add del">
          <ac:chgData name="Elaine Andrade" userId="5c797d5ad7a6c893" providerId="LiveId" clId="{6091180C-58F1-4CAE-84B3-647B77F28826}" dt="2025-11-26T00:32:10.744" v="2825" actId="11529"/>
          <ac:cxnSpMkLst>
            <pc:docMk/>
            <pc:sldMk cId="4115915807" sldId="264"/>
            <ac:cxnSpMk id="9" creationId="{6D1997E2-CFA2-2D22-BEA0-FDD69C0CC56E}"/>
          </ac:cxnSpMkLst>
        </pc:cxnChg>
        <pc:cxnChg chg="add mod">
          <ac:chgData name="Elaine Andrade" userId="5c797d5ad7a6c893" providerId="LiveId" clId="{6091180C-58F1-4CAE-84B3-647B77F28826}" dt="2025-11-26T00:32:55.367" v="2837" actId="1035"/>
          <ac:cxnSpMkLst>
            <pc:docMk/>
            <pc:sldMk cId="4115915807" sldId="264"/>
            <ac:cxnSpMk id="13" creationId="{41D55F22-18CE-688B-129A-1E2E3B5C911E}"/>
          </ac:cxnSpMkLst>
        </pc:cxnChg>
      </pc:sldChg>
      <pc:sldChg chg="addSp modSp new mod">
        <pc:chgData name="Elaine Andrade" userId="5c797d5ad7a6c893" providerId="LiveId" clId="{6091180C-58F1-4CAE-84B3-647B77F28826}" dt="2025-11-26T01:22:13.436" v="3958" actId="6549"/>
        <pc:sldMkLst>
          <pc:docMk/>
          <pc:sldMk cId="688329023" sldId="265"/>
        </pc:sldMkLst>
        <pc:spChg chg="add mod">
          <ac:chgData name="Elaine Andrade" userId="5c797d5ad7a6c893" providerId="LiveId" clId="{6091180C-58F1-4CAE-84B3-647B77F28826}" dt="2025-11-26T01:06:24.141" v="3254" actId="20577"/>
          <ac:spMkLst>
            <pc:docMk/>
            <pc:sldMk cId="688329023" sldId="265"/>
            <ac:spMk id="2" creationId="{16FBBA6E-EFCD-8EE8-4E4D-724A06F1FA79}"/>
          </ac:spMkLst>
        </pc:spChg>
        <pc:spChg chg="add mod">
          <ac:chgData name="Elaine Andrade" userId="5c797d5ad7a6c893" providerId="LiveId" clId="{6091180C-58F1-4CAE-84B3-647B77F28826}" dt="2025-11-26T01:22:00.084" v="3954" actId="12"/>
          <ac:spMkLst>
            <pc:docMk/>
            <pc:sldMk cId="688329023" sldId="265"/>
            <ac:spMk id="3" creationId="{673743A5-0D81-1DD8-63E5-4D8F1485866B}"/>
          </ac:spMkLst>
        </pc:spChg>
        <pc:spChg chg="add mod">
          <ac:chgData name="Elaine Andrade" userId="5c797d5ad7a6c893" providerId="LiveId" clId="{6091180C-58F1-4CAE-84B3-647B77F28826}" dt="2025-11-26T01:12:22.938" v="3422" actId="20577"/>
          <ac:spMkLst>
            <pc:docMk/>
            <pc:sldMk cId="688329023" sldId="265"/>
            <ac:spMk id="4" creationId="{FDD8524A-4740-DA9F-2CF9-355BA2BE36BC}"/>
          </ac:spMkLst>
        </pc:spChg>
        <pc:spChg chg="add mod">
          <ac:chgData name="Elaine Andrade" userId="5c797d5ad7a6c893" providerId="LiveId" clId="{6091180C-58F1-4CAE-84B3-647B77F28826}" dt="2025-11-26T01:22:13.436" v="3958" actId="6549"/>
          <ac:spMkLst>
            <pc:docMk/>
            <pc:sldMk cId="688329023" sldId="265"/>
            <ac:spMk id="5" creationId="{45603163-7D43-6AC3-D153-7FCB9AB4CE57}"/>
          </ac:spMkLst>
        </pc:spChg>
        <pc:spChg chg="add mod">
          <ac:chgData name="Elaine Andrade" userId="5c797d5ad7a6c893" providerId="LiveId" clId="{6091180C-58F1-4CAE-84B3-647B77F28826}" dt="2025-11-26T01:17:38.393" v="3797" actId="20577"/>
          <ac:spMkLst>
            <pc:docMk/>
            <pc:sldMk cId="688329023" sldId="265"/>
            <ac:spMk id="6" creationId="{F4234B1F-E4E2-0657-61A8-542A5DFF6991}"/>
          </ac:spMkLst>
        </pc:spChg>
        <pc:spChg chg="add">
          <ac:chgData name="Elaine Andrade" userId="5c797d5ad7a6c893" providerId="LiveId" clId="{6091180C-58F1-4CAE-84B3-647B77F28826}" dt="2025-11-26T01:17:44.834" v="3798"/>
          <ac:spMkLst>
            <pc:docMk/>
            <pc:sldMk cId="688329023" sldId="265"/>
            <ac:spMk id="7" creationId="{DCE05A7B-309B-2D87-DA89-C02999768E3A}"/>
          </ac:spMkLst>
        </pc:spChg>
        <pc:spChg chg="add">
          <ac:chgData name="Elaine Andrade" userId="5c797d5ad7a6c893" providerId="LiveId" clId="{6091180C-58F1-4CAE-84B3-647B77F28826}" dt="2025-11-26T01:18:00.470" v="3799"/>
          <ac:spMkLst>
            <pc:docMk/>
            <pc:sldMk cId="688329023" sldId="265"/>
            <ac:spMk id="8" creationId="{C9EFA1E4-0975-C2A5-C927-9FC86139DFB5}"/>
          </ac:spMkLst>
        </pc:spChg>
      </pc:sldChg>
      <pc:sldMasterChg chg="modSldLayout">
        <pc:chgData name="Elaine Andrade" userId="5c797d5ad7a6c893" providerId="LiveId" clId="{6091180C-58F1-4CAE-84B3-647B77F28826}" dt="2025-11-24T22:57:14.907" v="646" actId="1076"/>
        <pc:sldMasterMkLst>
          <pc:docMk/>
          <pc:sldMasterMk cId="973275250" sldId="2147483648"/>
        </pc:sldMasterMkLst>
        <pc:sldLayoutChg chg="modSp mod">
          <pc:chgData name="Elaine Andrade" userId="5c797d5ad7a6c893" providerId="LiveId" clId="{6091180C-58F1-4CAE-84B3-647B77F28826}" dt="2025-11-24T22:57:14.907" v="646" actId="1076"/>
          <pc:sldLayoutMkLst>
            <pc:docMk/>
            <pc:sldMasterMk cId="973275250" sldId="2147483648"/>
            <pc:sldLayoutMk cId="3344991503" sldId="2147483662"/>
          </pc:sldLayoutMkLst>
          <pc:spChg chg="mod">
            <ac:chgData name="Elaine Andrade" userId="5c797d5ad7a6c893" providerId="LiveId" clId="{6091180C-58F1-4CAE-84B3-647B77F28826}" dt="2025-11-24T22:57:14.907" v="646" actId="1076"/>
            <ac:spMkLst>
              <pc:docMk/>
              <pc:sldMasterMk cId="973275250" sldId="2147483648"/>
              <pc:sldLayoutMk cId="3344991503" sldId="2147483662"/>
              <ac:spMk id="21" creationId="{AA966103-753F-0EC0-9830-968AFD364F53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Em Branco">
    <p:bg>
      <p:bgPr>
        <a:solidFill>
          <a:srgbClr val="BDD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Agrupar 28">
            <a:extLst>
              <a:ext uri="{FF2B5EF4-FFF2-40B4-BE49-F238E27FC236}">
                <a16:creationId xmlns:a16="http://schemas.microsoft.com/office/drawing/2014/main" id="{CBAB97BC-4744-81CB-5FED-E234F285C770}"/>
              </a:ext>
            </a:extLst>
          </p:cNvPr>
          <p:cNvGrpSpPr/>
          <p:nvPr userDrawn="1"/>
        </p:nvGrpSpPr>
        <p:grpSpPr>
          <a:xfrm rot="19908898">
            <a:off x="3822825" y="705792"/>
            <a:ext cx="11118891" cy="7711220"/>
            <a:chOff x="1041400" y="2463800"/>
            <a:chExt cx="4789400" cy="3240000"/>
          </a:xfrm>
          <a:solidFill>
            <a:schemeClr val="bg1"/>
          </a:solidFill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AA966103-753F-0EC0-9830-968AFD364F53}"/>
                </a:ext>
              </a:extLst>
            </p:cNvPr>
            <p:cNvSpPr/>
            <p:nvPr userDrawn="1"/>
          </p:nvSpPr>
          <p:spPr>
            <a:xfrm>
              <a:off x="1041400" y="3035300"/>
              <a:ext cx="2160000" cy="216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9598B8C6-2C0C-2270-1314-E59D67D50170}"/>
                </a:ext>
              </a:extLst>
            </p:cNvPr>
            <p:cNvSpPr/>
            <p:nvPr userDrawn="1"/>
          </p:nvSpPr>
          <p:spPr>
            <a:xfrm>
              <a:off x="2590800" y="2463800"/>
              <a:ext cx="3240000" cy="324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2" name="Imagem 1">
            <a:extLst>
              <a:ext uri="{FF2B5EF4-FFF2-40B4-BE49-F238E27FC236}">
                <a16:creationId xmlns:a16="http://schemas.microsoft.com/office/drawing/2014/main" id="{2222A716-B041-B88F-95EA-194D86627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8350" y="159437"/>
            <a:ext cx="865773" cy="55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99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B8C98AF-0298-7AE1-0785-A7ABCC1901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2816" y="159437"/>
            <a:ext cx="865773" cy="55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093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3473D92-4404-DCC8-4734-9DA7D63C28DC}"/>
              </a:ext>
            </a:extLst>
          </p:cNvPr>
          <p:cNvSpPr/>
          <p:nvPr userDrawn="1"/>
        </p:nvSpPr>
        <p:spPr>
          <a:xfrm>
            <a:off x="0" y="269726"/>
            <a:ext cx="12192000" cy="336290"/>
          </a:xfrm>
          <a:prstGeom prst="rect">
            <a:avLst/>
          </a:prstGeom>
          <a:solidFill>
            <a:srgbClr val="BDD6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8C98AF-0298-7AE1-0785-A7ABCC1901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1200" y="159370"/>
            <a:ext cx="865773" cy="55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227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Agrupar 28">
            <a:extLst>
              <a:ext uri="{FF2B5EF4-FFF2-40B4-BE49-F238E27FC236}">
                <a16:creationId xmlns:a16="http://schemas.microsoft.com/office/drawing/2014/main" id="{CBAB97BC-4744-81CB-5FED-E234F285C770}"/>
              </a:ext>
            </a:extLst>
          </p:cNvPr>
          <p:cNvGrpSpPr/>
          <p:nvPr userDrawn="1"/>
        </p:nvGrpSpPr>
        <p:grpSpPr>
          <a:xfrm rot="19908898">
            <a:off x="3822825" y="705792"/>
            <a:ext cx="11118891" cy="7711220"/>
            <a:chOff x="1041400" y="2463800"/>
            <a:chExt cx="4789400" cy="3240000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AA966103-753F-0EC0-9830-968AFD364F53}"/>
                </a:ext>
              </a:extLst>
            </p:cNvPr>
            <p:cNvSpPr/>
            <p:nvPr userDrawn="1"/>
          </p:nvSpPr>
          <p:spPr>
            <a:xfrm>
              <a:off x="1041400" y="3035300"/>
              <a:ext cx="2160000" cy="2160000"/>
            </a:xfrm>
            <a:prstGeom prst="ellipse">
              <a:avLst/>
            </a:prstGeom>
            <a:solidFill>
              <a:srgbClr val="1B79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9598B8C6-2C0C-2270-1314-E59D67D50170}"/>
                </a:ext>
              </a:extLst>
            </p:cNvPr>
            <p:cNvSpPr/>
            <p:nvPr userDrawn="1"/>
          </p:nvSpPr>
          <p:spPr>
            <a:xfrm>
              <a:off x="2590800" y="2463800"/>
              <a:ext cx="3240000" cy="3240000"/>
            </a:xfrm>
            <a:prstGeom prst="ellipse">
              <a:avLst/>
            </a:prstGeom>
            <a:solidFill>
              <a:srgbClr val="1B79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0" name="Imagem 29">
            <a:extLst>
              <a:ext uri="{FF2B5EF4-FFF2-40B4-BE49-F238E27FC236}">
                <a16:creationId xmlns:a16="http://schemas.microsoft.com/office/drawing/2014/main" id="{C6619F3D-C4F0-D8AA-F085-E38537B9EA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8350" y="159437"/>
            <a:ext cx="865773" cy="55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588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Em Branco">
    <p:bg>
      <p:bgPr>
        <a:solidFill>
          <a:srgbClr val="1B79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Agrupar 28">
            <a:extLst>
              <a:ext uri="{FF2B5EF4-FFF2-40B4-BE49-F238E27FC236}">
                <a16:creationId xmlns:a16="http://schemas.microsoft.com/office/drawing/2014/main" id="{CBAB97BC-4744-81CB-5FED-E234F285C770}"/>
              </a:ext>
            </a:extLst>
          </p:cNvPr>
          <p:cNvGrpSpPr/>
          <p:nvPr userDrawn="1"/>
        </p:nvGrpSpPr>
        <p:grpSpPr>
          <a:xfrm rot="19908898">
            <a:off x="3798201" y="711974"/>
            <a:ext cx="11145067" cy="7711220"/>
            <a:chOff x="1030125" y="2463800"/>
            <a:chExt cx="4800675" cy="3240000"/>
          </a:xfrm>
          <a:solidFill>
            <a:schemeClr val="bg1"/>
          </a:solidFill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AA966103-753F-0EC0-9830-968AFD364F53}"/>
                </a:ext>
              </a:extLst>
            </p:cNvPr>
            <p:cNvSpPr/>
            <p:nvPr userDrawn="1"/>
          </p:nvSpPr>
          <p:spPr>
            <a:xfrm>
              <a:off x="1030125" y="3055824"/>
              <a:ext cx="2160000" cy="216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9598B8C6-2C0C-2270-1314-E59D67D50170}"/>
                </a:ext>
              </a:extLst>
            </p:cNvPr>
            <p:cNvSpPr/>
            <p:nvPr userDrawn="1"/>
          </p:nvSpPr>
          <p:spPr>
            <a:xfrm>
              <a:off x="2590800" y="2463800"/>
              <a:ext cx="3240000" cy="324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344991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Em Branco">
    <p:bg>
      <p:bgPr>
        <a:solidFill>
          <a:srgbClr val="BDD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ipse 20">
            <a:extLst>
              <a:ext uri="{FF2B5EF4-FFF2-40B4-BE49-F238E27FC236}">
                <a16:creationId xmlns:a16="http://schemas.microsoft.com/office/drawing/2014/main" id="{AA966103-753F-0EC0-9830-968AFD364F53}"/>
              </a:ext>
            </a:extLst>
          </p:cNvPr>
          <p:cNvSpPr/>
          <p:nvPr userDrawn="1"/>
        </p:nvSpPr>
        <p:spPr>
          <a:xfrm rot="19908898">
            <a:off x="3508668" y="3025234"/>
            <a:ext cx="5400000" cy="5400000"/>
          </a:xfrm>
          <a:prstGeom prst="ellipse">
            <a:avLst/>
          </a:prstGeom>
          <a:solidFill>
            <a:srgbClr val="1B79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9598B8C6-2C0C-2270-1314-E59D67D50170}"/>
              </a:ext>
            </a:extLst>
          </p:cNvPr>
          <p:cNvSpPr/>
          <p:nvPr userDrawn="1"/>
        </p:nvSpPr>
        <p:spPr>
          <a:xfrm rot="19908898">
            <a:off x="6708756" y="-107920"/>
            <a:ext cx="7920000" cy="7920000"/>
          </a:xfrm>
          <a:prstGeom prst="ellipse">
            <a:avLst/>
          </a:prstGeom>
          <a:solidFill>
            <a:srgbClr val="1B79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4E3383B-4EE4-C2CE-FE45-8C2D181F2B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8350" y="159437"/>
            <a:ext cx="865773" cy="55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88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755E83-68C5-517F-7377-5F1CA91C2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AC65AA-755C-1FF6-852A-7FC946F16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495D06-E476-C470-8FDC-C0AE3E8C1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730E5-E6C7-49E9-BBEE-661536627E94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A92D79-2374-A0F0-CA32-C8746C9FE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24E7EF-B7AF-2107-91DE-7DCB080DE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4D78-737F-43FB-99DA-8750C19E5387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59403F1-D72F-2356-3F1B-AFF97EE1A2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84924" y="395041"/>
            <a:ext cx="2641361" cy="169933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770992E-CA51-A7A1-8436-399FF0D53D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6728" y="4200602"/>
            <a:ext cx="2641361" cy="1699338"/>
          </a:xfrm>
          <a:prstGeom prst="rect">
            <a:avLst/>
          </a:prstGeom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375BE105-6889-BB02-CF26-02D26A17D97F}"/>
              </a:ext>
            </a:extLst>
          </p:cNvPr>
          <p:cNvGrpSpPr/>
          <p:nvPr userDrawn="1"/>
        </p:nvGrpSpPr>
        <p:grpSpPr>
          <a:xfrm>
            <a:off x="8712828" y="2185631"/>
            <a:ext cx="2641361" cy="1699338"/>
            <a:chOff x="5017128" y="5169347"/>
            <a:chExt cx="2641361" cy="1699338"/>
          </a:xfrm>
        </p:grpSpPr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9F77E592-C67F-BEDF-E642-E89843A6C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17128" y="5169347"/>
              <a:ext cx="2641361" cy="1699338"/>
            </a:xfrm>
            <a:prstGeom prst="rect">
              <a:avLst/>
            </a:prstGeom>
          </p:spPr>
        </p:pic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198118D1-441F-D5AA-7AA9-251F5B254484}"/>
                </a:ext>
              </a:extLst>
            </p:cNvPr>
            <p:cNvSpPr/>
            <p:nvPr/>
          </p:nvSpPr>
          <p:spPr>
            <a:xfrm>
              <a:off x="5270500" y="5651500"/>
              <a:ext cx="2032000" cy="749300"/>
            </a:xfrm>
            <a:prstGeom prst="rect">
              <a:avLst/>
            </a:prstGeom>
            <a:solidFill>
              <a:srgbClr val="1B79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899787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9856A9-8B39-0FAA-80DA-CA8A8CAAC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AFFC3B-DD2F-0CD6-999C-F9F7FB6BF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DA9A12-A7F2-629B-D4AD-0337B4A8F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730E5-E6C7-49E9-BBEE-661536627E94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CAD41F-6625-C231-DC40-EF0A53C79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7F5DB4-DE07-DA80-FE85-E51C1BBE6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4D78-737F-43FB-99DA-8750C19E5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304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CA3C00-81C8-7333-9453-8F5C2C142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5CE2A5-A348-9AAA-37C1-C31686CB4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5B98DE-5C8C-9C44-3A12-7625ABDD8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730E5-E6C7-49E9-BBEE-661536627E94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89D1E5-EA58-78E3-F718-F72D0EEA4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36AB91-ACA5-F2A5-153E-51F872756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4D78-737F-43FB-99DA-8750C19E5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0437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18424-4726-24A8-3F11-13BCF2FAC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36B8E6-EB93-C549-1145-C62EB65451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DAB997F-9270-6A4F-A750-9FC4A57AB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2B0FE6B-B08F-F205-9A71-7458B0165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730E5-E6C7-49E9-BBEE-661536627E94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21E4E80-6879-20BB-E9AD-AE2CE277F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FE0C71C-BF94-54A7-91A5-B84991369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4D78-737F-43FB-99DA-8750C19E5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7943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3BB096-D450-0676-236E-4D3169CF7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EB44D9-E550-30C3-4257-56E6CC397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8D59E95-B714-66E3-36C4-223D32C2F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EA0D162-226E-8C5F-1BA1-FFA3EADD70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70B322-6165-649A-0CEB-58728C22FA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2CCEF6-5DCD-0E72-1B33-A463E4A7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730E5-E6C7-49E9-BBEE-661536627E94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04479AC-204E-06E2-ECCF-3846719F7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CBB0957-8AB8-5C57-6A6F-6B81A2DDC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4D78-737F-43FB-99DA-8750C19E5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1628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287048-1DA6-35F1-F475-B054BBC45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90F2C23-6AE5-91F1-7AE3-2AE39A254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730E5-E6C7-49E9-BBEE-661536627E94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231B416-8900-5EE0-BCBD-14E219C58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EA30EC6-A8A5-5C7A-62C5-AE36D7A8B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4D78-737F-43FB-99DA-8750C19E5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44988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F91D61-907A-9B3B-AEEB-C65ECC8E2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FB74B7-E62E-FF5B-876B-131720AB9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26213CE-59E8-B871-EDCE-E84C3E7E8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23459B-C4E0-0B82-2250-CCE31ACBA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730E5-E6C7-49E9-BBEE-661536627E94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3601DA8-9B55-616A-3102-F3AF46271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D988BFB-FAD2-3DBC-6B32-B5EB7A962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4D78-737F-43FB-99DA-8750C19E5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4796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89C2F8-D462-3FD3-DE44-71D5085F6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EB76631-071A-988D-7026-C5B0551173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A3E4F08-2BED-A6FF-0E55-D97D357AD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0478BA-3567-ADD9-3568-7D666CC59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730E5-E6C7-49E9-BBEE-661536627E94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EC93EC-590B-5F66-3A78-21DEB657C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45B4EA-CF3E-8D6B-A0AF-FC54BA122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4D78-737F-43FB-99DA-8750C19E5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82452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EC0BA-D4A5-4242-12D9-174639E3C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AA21C12-FECA-3DB0-5B53-626777068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B74FA5-F79D-758B-5BBA-1ADD223C6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730E5-E6C7-49E9-BBEE-661536627E94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E94ED2-22F3-6B65-F9F6-87EAB4710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349FEC-385A-846D-ACBC-5775C88C6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4D78-737F-43FB-99DA-8750C19E5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8414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CCF9378-2FAB-FC57-93B1-9277CE0F88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2760BFC-2B88-17AC-5E99-5BC4981160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EFB1D1-691F-CAFE-ABA5-AA5D2F826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730E5-E6C7-49E9-BBEE-661536627E94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8242C0-0C88-F482-A0C2-5D852E7F5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E05B13-CD83-3F87-A72F-A12F092BD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4D78-737F-43FB-99DA-8750C19E5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482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5F06C12-F269-84A0-83AC-D5D0CBB83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CFBD580-C57C-B306-2901-C6DA30135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8DE6AE-2C73-47F2-52F6-510A6C3939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9730E5-E6C7-49E9-BBEE-661536627E94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8BDD6A-A336-7771-A8F3-3EC8FB395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814270-1762-D2B2-7E80-F912C3EAC4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BC4D78-737F-43FB-99DA-8750C19E53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3275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55" r:id="rId2"/>
    <p:sldLayoutId id="2147483660" r:id="rId3"/>
    <p:sldLayoutId id="2147483661" r:id="rId4"/>
    <p:sldLayoutId id="2147483662" r:id="rId5"/>
    <p:sldLayoutId id="2147483664" r:id="rId6"/>
    <p:sldLayoutId id="2147483649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6" r:id="rId13"/>
    <p:sldLayoutId id="2147483657" r:id="rId14"/>
    <p:sldLayoutId id="2147483658" r:id="rId15"/>
    <p:sldLayoutId id="214748365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743EB33-269E-C559-5FE8-110BD160F1F4}"/>
              </a:ext>
            </a:extLst>
          </p:cNvPr>
          <p:cNvSpPr txBox="1"/>
          <p:nvPr/>
        </p:nvSpPr>
        <p:spPr>
          <a:xfrm>
            <a:off x="491318" y="873453"/>
            <a:ext cx="570476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i="0" dirty="0">
                <a:solidFill>
                  <a:srgbClr val="1B7957"/>
                </a:solidFill>
                <a:effectLst/>
                <a:latin typeface="Public Sans"/>
              </a:rPr>
              <a:t>Estudo de Caso: Avaliação Técnica em Aprendizado de Máquina</a:t>
            </a:r>
            <a:endParaRPr lang="pt-BR" sz="4800" dirty="0">
              <a:solidFill>
                <a:srgbClr val="1B7957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E96BF30-CC3D-6564-B3D4-87AF2CBE5796}"/>
              </a:ext>
            </a:extLst>
          </p:cNvPr>
          <p:cNvSpPr txBox="1"/>
          <p:nvPr/>
        </p:nvSpPr>
        <p:spPr>
          <a:xfrm>
            <a:off x="391234" y="4062892"/>
            <a:ext cx="57047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 err="1">
                <a:solidFill>
                  <a:srgbClr val="1B7957"/>
                </a:solidFill>
              </a:rPr>
              <a:t>Nov</a:t>
            </a:r>
            <a:r>
              <a:rPr lang="pt-BR" sz="2800" b="1" dirty="0">
                <a:solidFill>
                  <a:srgbClr val="1B7957"/>
                </a:solidFill>
              </a:rPr>
              <a:t>/2025</a:t>
            </a:r>
          </a:p>
        </p:txBody>
      </p:sp>
    </p:spTree>
    <p:extLst>
      <p:ext uri="{BB962C8B-B14F-4D97-AF65-F5344CB8AC3E}">
        <p14:creationId xmlns:p14="http://schemas.microsoft.com/office/powerpoint/2010/main" val="3288409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2DF7A2C-76E3-44B7-7534-63B9AD1E0C47}"/>
              </a:ext>
            </a:extLst>
          </p:cNvPr>
          <p:cNvSpPr txBox="1"/>
          <p:nvPr/>
        </p:nvSpPr>
        <p:spPr>
          <a:xfrm>
            <a:off x="391235" y="1014061"/>
            <a:ext cx="5704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1B7957"/>
                </a:solidFill>
              </a:rPr>
              <a:t>/ </a:t>
            </a:r>
            <a:r>
              <a:rPr lang="pt-BR" sz="3600" b="1" dirty="0">
                <a:solidFill>
                  <a:srgbClr val="1B7957"/>
                </a:solidFill>
                <a:latin typeface="Public Sans"/>
              </a:rPr>
              <a:t>Introdução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19E3D30-D767-AC35-2A3A-921F4018134A}"/>
              </a:ext>
            </a:extLst>
          </p:cNvPr>
          <p:cNvSpPr txBox="1"/>
          <p:nvPr/>
        </p:nvSpPr>
        <p:spPr>
          <a:xfrm>
            <a:off x="392400" y="1722758"/>
            <a:ext cx="5704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1B7957"/>
                </a:solidFill>
                <a:latin typeface="Public Sans"/>
              </a:rPr>
              <a:t>/ Construção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D201BD-B26E-5D1B-89AB-B6DC6D72F6F7}"/>
              </a:ext>
            </a:extLst>
          </p:cNvPr>
          <p:cNvSpPr txBox="1"/>
          <p:nvPr/>
        </p:nvSpPr>
        <p:spPr>
          <a:xfrm>
            <a:off x="392400" y="3089866"/>
            <a:ext cx="5704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1B7957"/>
                </a:solidFill>
                <a:latin typeface="Public Sans"/>
              </a:rPr>
              <a:t>/ Conclusões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C2D0B83-61D1-EED9-EE21-46298C8478B0}"/>
              </a:ext>
            </a:extLst>
          </p:cNvPr>
          <p:cNvSpPr txBox="1"/>
          <p:nvPr/>
        </p:nvSpPr>
        <p:spPr>
          <a:xfrm>
            <a:off x="392400" y="2438573"/>
            <a:ext cx="5704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1B7957"/>
                </a:solidFill>
                <a:latin typeface="Public Sans"/>
              </a:rPr>
              <a:t>/ Resultados</a:t>
            </a:r>
          </a:p>
        </p:txBody>
      </p:sp>
    </p:spTree>
    <p:extLst>
      <p:ext uri="{BB962C8B-B14F-4D97-AF65-F5344CB8AC3E}">
        <p14:creationId xmlns:p14="http://schemas.microsoft.com/office/powerpoint/2010/main" val="4156825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B782ED9-30D2-8F97-4558-6995B2A81C27}"/>
              </a:ext>
            </a:extLst>
          </p:cNvPr>
          <p:cNvSpPr txBox="1"/>
          <p:nvPr/>
        </p:nvSpPr>
        <p:spPr>
          <a:xfrm>
            <a:off x="391235" y="90431"/>
            <a:ext cx="5704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1B7957"/>
                </a:solidFill>
              </a:rPr>
              <a:t>Introdução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D557BCC-99E2-5585-EADC-29896709BB70}"/>
              </a:ext>
            </a:extLst>
          </p:cNvPr>
          <p:cNvSpPr txBox="1"/>
          <p:nvPr/>
        </p:nvSpPr>
        <p:spPr>
          <a:xfrm>
            <a:off x="391234" y="1051832"/>
            <a:ext cx="57047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1B7957"/>
                </a:solidFill>
                <a:latin typeface="Public Sans"/>
              </a:rPr>
              <a:t>Os Super Heróis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D98CFE1-216F-7D5A-297F-8971269D6672}"/>
              </a:ext>
            </a:extLst>
          </p:cNvPr>
          <p:cNvSpPr txBox="1"/>
          <p:nvPr/>
        </p:nvSpPr>
        <p:spPr>
          <a:xfrm>
            <a:off x="297216" y="161647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b="0" i="0" dirty="0">
                <a:solidFill>
                  <a:srgbClr val="1B7957"/>
                </a:solidFill>
                <a:effectLst/>
                <a:latin typeface="Public Sans"/>
              </a:rPr>
              <a:t>Objetivo: agrupar poderes dos super-heróis com o objetivo de agrupar os mesmo em uma classificação (bom/mau) e estimar peso a partir das variáveis disponíveis.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896E032-9255-87D7-AB19-DE3F52D3B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53A17F3-4630-4BFE-6AE7-17274DA8B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0" name="Imagem 9" descr="Desenho de personagens de desenho animado&#10;&#10;O conteúdo gerado por IA pode estar incorreto.">
            <a:extLst>
              <a:ext uri="{FF2B5EF4-FFF2-40B4-BE49-F238E27FC236}">
                <a16:creationId xmlns:a16="http://schemas.microsoft.com/office/drawing/2014/main" id="{EAE30BA2-D418-815A-22C7-EAF039CA3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7662" y="940995"/>
            <a:ext cx="3840702" cy="5264899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0F8E8E9C-3134-CCF6-A14D-74F6A2E1AD35}"/>
              </a:ext>
            </a:extLst>
          </p:cNvPr>
          <p:cNvSpPr txBox="1"/>
          <p:nvPr/>
        </p:nvSpPr>
        <p:spPr>
          <a:xfrm>
            <a:off x="308107" y="2876788"/>
            <a:ext cx="57047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1B7957"/>
                </a:solidFill>
                <a:latin typeface="Public Sans"/>
              </a:rPr>
              <a:t>Desafios principais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B2C83BF1-E3C5-6AF4-0746-3D26B240D4C5}"/>
              </a:ext>
            </a:extLst>
          </p:cNvPr>
          <p:cNvSpPr/>
          <p:nvPr/>
        </p:nvSpPr>
        <p:spPr>
          <a:xfrm rot="19908898">
            <a:off x="6647789" y="757167"/>
            <a:ext cx="2426427" cy="154168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A10F697-DB5F-DE6B-B174-F479A56E2F7D}"/>
              </a:ext>
            </a:extLst>
          </p:cNvPr>
          <p:cNvSpPr txBox="1"/>
          <p:nvPr/>
        </p:nvSpPr>
        <p:spPr>
          <a:xfrm>
            <a:off x="195616" y="342790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b="0" i="0" dirty="0">
                <a:solidFill>
                  <a:srgbClr val="1B7957"/>
                </a:solidFill>
                <a:effectLst/>
                <a:latin typeface="Public Sans"/>
              </a:rPr>
              <a:t>Agrupar heróis por poderes/atributos e prever </a:t>
            </a:r>
            <a:r>
              <a:rPr lang="pt-BR" b="1" i="0" dirty="0">
                <a:solidFill>
                  <a:srgbClr val="1B7957"/>
                </a:solidFill>
                <a:effectLst/>
                <a:latin typeface="Public Sans"/>
              </a:rPr>
              <a:t>alinhamento (bom/mau)</a:t>
            </a:r>
            <a:r>
              <a:rPr lang="pt-BR" b="0" i="0" dirty="0">
                <a:solidFill>
                  <a:srgbClr val="1B7957"/>
                </a:solidFill>
                <a:effectLst/>
                <a:latin typeface="Public Sans"/>
              </a:rPr>
              <a:t> e </a:t>
            </a:r>
            <a:r>
              <a:rPr lang="pt-BR" b="1" i="0" dirty="0">
                <a:solidFill>
                  <a:srgbClr val="1B7957"/>
                </a:solidFill>
                <a:effectLst/>
                <a:latin typeface="Public Sans"/>
              </a:rPr>
              <a:t>peso</a:t>
            </a:r>
            <a:r>
              <a:rPr lang="pt-BR" b="0" i="0" dirty="0">
                <a:solidFill>
                  <a:srgbClr val="1B7957"/>
                </a:solidFill>
                <a:effectLst/>
                <a:latin typeface="Public Sans"/>
              </a:rPr>
              <a:t> a partir das features disponíveis;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b="0" i="0" dirty="0">
              <a:solidFill>
                <a:srgbClr val="1B7957"/>
              </a:solidFill>
              <a:effectLst/>
              <a:latin typeface="Public Sans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b="0" i="0" dirty="0" err="1">
                <a:solidFill>
                  <a:srgbClr val="1B7957"/>
                </a:solidFill>
                <a:effectLst/>
                <a:latin typeface="Public Sans"/>
              </a:rPr>
              <a:t>Clusterizar</a:t>
            </a:r>
            <a:r>
              <a:rPr lang="pt-BR" b="0" i="0" dirty="0">
                <a:solidFill>
                  <a:srgbClr val="1B7957"/>
                </a:solidFill>
                <a:effectLst/>
                <a:latin typeface="Public Sans"/>
              </a:rPr>
              <a:t> de forma que os grupos refletisse homogeneidade de poderes; 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rgbClr val="1B7957"/>
              </a:solidFill>
              <a:latin typeface="Public Sans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rgbClr val="1B7957"/>
                </a:solidFill>
                <a:latin typeface="Public Sans"/>
              </a:rPr>
              <a:t>Regressão: p</a:t>
            </a:r>
            <a:r>
              <a:rPr lang="pt-BR" b="0" i="0" dirty="0">
                <a:solidFill>
                  <a:srgbClr val="1B7957"/>
                </a:solidFill>
                <a:effectLst/>
                <a:latin typeface="Public Sans"/>
              </a:rPr>
              <a:t>eso “previsível” por atributos;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b="0" i="0" dirty="0">
              <a:solidFill>
                <a:srgbClr val="1B7957"/>
              </a:solidFill>
              <a:effectLst/>
              <a:latin typeface="Public Sans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800" b="1" dirty="0">
                <a:solidFill>
                  <a:srgbClr val="1B7957"/>
                </a:solidFill>
                <a:latin typeface="Public Sans"/>
              </a:rPr>
              <a:t> </a:t>
            </a:r>
            <a:r>
              <a:rPr lang="pt-BR" b="0" i="0" dirty="0">
                <a:solidFill>
                  <a:srgbClr val="1B7957"/>
                </a:solidFill>
                <a:effectLst/>
                <a:latin typeface="Public Sans"/>
              </a:rPr>
              <a:t>Features mais influentes;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b="0" i="0" dirty="0">
              <a:solidFill>
                <a:srgbClr val="1B7957"/>
              </a:solidFill>
              <a:effectLst/>
              <a:latin typeface="Public Sans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rgbClr val="1B7957"/>
                </a:solidFill>
                <a:latin typeface="Public Sans"/>
              </a:rPr>
              <a:t>Sugestão de cluster usando outro </a:t>
            </a:r>
            <a:r>
              <a:rPr lang="pt-BR" b="0" i="0" dirty="0">
                <a:solidFill>
                  <a:srgbClr val="1B7957"/>
                </a:solidFill>
                <a:effectLst/>
                <a:latin typeface="Public Sans"/>
              </a:rPr>
              <a:t>algoritmo.</a:t>
            </a:r>
            <a:endParaRPr lang="pt-BR" sz="1800" b="1" dirty="0">
              <a:solidFill>
                <a:srgbClr val="1B7957"/>
              </a:solidFill>
              <a:latin typeface="Public Sans"/>
            </a:endParaRPr>
          </a:p>
        </p:txBody>
      </p:sp>
    </p:spTree>
    <p:extLst>
      <p:ext uri="{BB962C8B-B14F-4D97-AF65-F5344CB8AC3E}">
        <p14:creationId xmlns:p14="http://schemas.microsoft.com/office/powerpoint/2010/main" val="2551231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B782ED9-30D2-8F97-4558-6995B2A81C27}"/>
              </a:ext>
            </a:extLst>
          </p:cNvPr>
          <p:cNvSpPr txBox="1"/>
          <p:nvPr/>
        </p:nvSpPr>
        <p:spPr>
          <a:xfrm>
            <a:off x="391235" y="90431"/>
            <a:ext cx="5704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1B7957"/>
                </a:solidFill>
              </a:rPr>
              <a:t>Construção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D557BCC-99E2-5585-EADC-29896709BB70}"/>
              </a:ext>
            </a:extLst>
          </p:cNvPr>
          <p:cNvSpPr txBox="1"/>
          <p:nvPr/>
        </p:nvSpPr>
        <p:spPr>
          <a:xfrm>
            <a:off x="3315199" y="1051832"/>
            <a:ext cx="5605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i="0" dirty="0">
                <a:solidFill>
                  <a:srgbClr val="1B7957"/>
                </a:solidFill>
                <a:effectLst/>
                <a:latin typeface="Public Sans"/>
              </a:rPr>
              <a:t>Coleta, pré‑processamento e análise</a:t>
            </a:r>
            <a:endParaRPr lang="pt-BR" sz="2800" b="1" dirty="0">
              <a:solidFill>
                <a:srgbClr val="1B7957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896E032-9255-87D7-AB19-DE3F52D3B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53A17F3-4630-4BFE-6AE7-17274DA8B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29" name="Gráfico 28" descr="Seta circular com preenchimento sólido">
            <a:extLst>
              <a:ext uri="{FF2B5EF4-FFF2-40B4-BE49-F238E27FC236}">
                <a16:creationId xmlns:a16="http://schemas.microsoft.com/office/drawing/2014/main" id="{B22DFDE0-46D8-D17B-F303-31B9513A51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21999" y="2171508"/>
            <a:ext cx="914400" cy="914400"/>
          </a:xfrm>
          <a:prstGeom prst="rect">
            <a:avLst/>
          </a:prstGeom>
        </p:spPr>
      </p:pic>
      <p:pic>
        <p:nvPicPr>
          <p:cNvPr id="31" name="Gráfico 30" descr="Banco de dados com preenchimento sólido">
            <a:extLst>
              <a:ext uri="{FF2B5EF4-FFF2-40B4-BE49-F238E27FC236}">
                <a16:creationId xmlns:a16="http://schemas.microsoft.com/office/drawing/2014/main" id="{67514FAD-CB71-F697-EDAE-4D96AAE4AF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404" y="2272815"/>
            <a:ext cx="914400" cy="914400"/>
          </a:xfrm>
          <a:prstGeom prst="rect">
            <a:avLst/>
          </a:prstGeom>
        </p:spPr>
      </p:pic>
      <p:pic>
        <p:nvPicPr>
          <p:cNvPr id="33" name="Gráfico 32" descr="Lâmpada e engrenagem com preenchimento sólido">
            <a:extLst>
              <a:ext uri="{FF2B5EF4-FFF2-40B4-BE49-F238E27FC236}">
                <a16:creationId xmlns:a16="http://schemas.microsoft.com/office/drawing/2014/main" id="{D1A2B31D-DA33-024B-B8FB-482FF2A631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43617" y="2038902"/>
            <a:ext cx="914400" cy="914400"/>
          </a:xfrm>
          <a:prstGeom prst="rect">
            <a:avLst/>
          </a:prstGeom>
        </p:spPr>
      </p:pic>
      <p:pic>
        <p:nvPicPr>
          <p:cNvPr id="35" name="Gráfico 34" descr="Monitor com preenchimento sólido">
            <a:extLst>
              <a:ext uri="{FF2B5EF4-FFF2-40B4-BE49-F238E27FC236}">
                <a16:creationId xmlns:a16="http://schemas.microsoft.com/office/drawing/2014/main" id="{198CCE6E-F2A9-FFFE-637C-39E0C45FD2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02368" y="2164587"/>
            <a:ext cx="914400" cy="914400"/>
          </a:xfrm>
          <a:prstGeom prst="rect">
            <a:avLst/>
          </a:prstGeom>
        </p:spPr>
      </p:pic>
      <p:pic>
        <p:nvPicPr>
          <p:cNvPr id="37" name="Gráfico 36" descr="Na mosca com preenchimento sólido">
            <a:extLst>
              <a:ext uri="{FF2B5EF4-FFF2-40B4-BE49-F238E27FC236}">
                <a16:creationId xmlns:a16="http://schemas.microsoft.com/office/drawing/2014/main" id="{FB124FA7-C32D-16D9-1703-5698E5BA1A7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80750" y="2075233"/>
            <a:ext cx="914400" cy="914400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1A7FDE23-F5F6-A799-888A-3CCFF10A7752}"/>
              </a:ext>
            </a:extLst>
          </p:cNvPr>
          <p:cNvSpPr txBox="1"/>
          <p:nvPr/>
        </p:nvSpPr>
        <p:spPr>
          <a:xfrm>
            <a:off x="193493" y="3553972"/>
            <a:ext cx="215718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1B7957"/>
                </a:solidFill>
                <a:latin typeface="Public Sans"/>
              </a:rPr>
              <a:t>Base de dados</a:t>
            </a:r>
            <a:r>
              <a:rPr lang="pt-BR" sz="1600" b="0" i="0" dirty="0">
                <a:solidFill>
                  <a:srgbClr val="1B7957"/>
                </a:solidFill>
                <a:effectLst/>
                <a:latin typeface="Public Sans"/>
              </a:rPr>
              <a:t>: "</a:t>
            </a:r>
            <a:r>
              <a:rPr lang="pt-BR" sz="1600" b="0" i="0" dirty="0" err="1">
                <a:solidFill>
                  <a:srgbClr val="1B7957"/>
                </a:solidFill>
                <a:effectLst/>
                <a:latin typeface="Public Sans"/>
              </a:rPr>
              <a:t>super_hero</a:t>
            </a:r>
            <a:r>
              <a:rPr lang="pt-BR" sz="1600" b="0" i="0" dirty="0">
                <a:solidFill>
                  <a:srgbClr val="1B7957"/>
                </a:solidFill>
                <a:effectLst/>
                <a:latin typeface="Public Sans"/>
              </a:rPr>
              <a:t> powers.csv" e "heroes_information.csv" do </a:t>
            </a:r>
            <a:r>
              <a:rPr lang="pt-BR" sz="1600" b="0" i="0" dirty="0" err="1">
                <a:solidFill>
                  <a:srgbClr val="1B7957"/>
                </a:solidFill>
                <a:effectLst/>
                <a:latin typeface="Public Sans"/>
              </a:rPr>
              <a:t>Kaggle</a:t>
            </a:r>
            <a:r>
              <a:rPr lang="pt-BR" sz="1600" b="0" i="0" dirty="0">
                <a:solidFill>
                  <a:srgbClr val="1B7957"/>
                </a:solidFill>
                <a:effectLst/>
                <a:latin typeface="Public Sans"/>
              </a:rPr>
              <a:t> </a:t>
            </a:r>
          </a:p>
          <a:p>
            <a:endParaRPr lang="pt-BR" b="0" i="0" dirty="0">
              <a:solidFill>
                <a:srgbClr val="1B7957"/>
              </a:solidFill>
              <a:effectLst/>
              <a:latin typeface="Public Sans"/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09BC836F-D771-8D43-78D4-1154F71E3992}"/>
              </a:ext>
            </a:extLst>
          </p:cNvPr>
          <p:cNvSpPr txBox="1"/>
          <p:nvPr/>
        </p:nvSpPr>
        <p:spPr>
          <a:xfrm>
            <a:off x="2691778" y="3587872"/>
            <a:ext cx="2018075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0" i="0" dirty="0">
                <a:solidFill>
                  <a:srgbClr val="1B7957"/>
                </a:solidFill>
                <a:effectLst/>
                <a:latin typeface="Public Sans"/>
              </a:rPr>
              <a:t>- Join das bases por identificador;</a:t>
            </a:r>
          </a:p>
          <a:p>
            <a:r>
              <a:rPr lang="pt-BR" sz="1600" dirty="0">
                <a:solidFill>
                  <a:srgbClr val="1B7957"/>
                </a:solidFill>
                <a:latin typeface="Public Sans"/>
              </a:rPr>
              <a:t> - </a:t>
            </a:r>
            <a:r>
              <a:rPr lang="pt-BR" sz="1600" b="0" i="0" dirty="0">
                <a:solidFill>
                  <a:srgbClr val="1B7957"/>
                </a:solidFill>
                <a:effectLst/>
                <a:latin typeface="Public Sans"/>
              </a:rPr>
              <a:t> Tratamento de </a:t>
            </a:r>
            <a:r>
              <a:rPr lang="pt-BR" sz="1600" b="0" i="0" dirty="0" err="1">
                <a:solidFill>
                  <a:srgbClr val="1B7957"/>
                </a:solidFill>
                <a:effectLst/>
                <a:latin typeface="Public Sans"/>
              </a:rPr>
              <a:t>missing</a:t>
            </a:r>
            <a:r>
              <a:rPr lang="pt-BR" sz="1600" b="0" i="0" dirty="0">
                <a:solidFill>
                  <a:srgbClr val="1B7957"/>
                </a:solidFill>
                <a:effectLst/>
                <a:latin typeface="Public Sans"/>
              </a:rPr>
              <a:t>; </a:t>
            </a:r>
          </a:p>
          <a:p>
            <a:r>
              <a:rPr lang="pt-BR" sz="1600" dirty="0">
                <a:solidFill>
                  <a:srgbClr val="1B7957"/>
                </a:solidFill>
                <a:latin typeface="Public Sans"/>
              </a:rPr>
              <a:t> - C</a:t>
            </a:r>
            <a:r>
              <a:rPr lang="pt-BR" sz="1600" b="0" i="0" dirty="0">
                <a:solidFill>
                  <a:srgbClr val="1B7957"/>
                </a:solidFill>
                <a:effectLst/>
                <a:latin typeface="Public Sans"/>
              </a:rPr>
              <a:t>odificação dos poderes  poderes binários; </a:t>
            </a:r>
          </a:p>
          <a:p>
            <a:r>
              <a:rPr lang="pt-BR" sz="1600" dirty="0">
                <a:solidFill>
                  <a:srgbClr val="1B7957"/>
                </a:solidFill>
                <a:latin typeface="Public Sans"/>
              </a:rPr>
              <a:t>- </a:t>
            </a:r>
            <a:r>
              <a:rPr lang="pt-BR" sz="1600" b="0" i="0" dirty="0">
                <a:solidFill>
                  <a:srgbClr val="1B7957"/>
                </a:solidFill>
                <a:effectLst/>
                <a:latin typeface="Public Sans"/>
              </a:rPr>
              <a:t>Redução de dimensionalidade (PCA)</a:t>
            </a:r>
          </a:p>
          <a:p>
            <a:endParaRPr lang="pt-BR" sz="1600" b="0" i="0" dirty="0">
              <a:solidFill>
                <a:srgbClr val="1B7957"/>
              </a:solidFill>
              <a:effectLst/>
              <a:latin typeface="Public Sans"/>
            </a:endParaRPr>
          </a:p>
          <a:p>
            <a:endParaRPr lang="pt-BR" b="0" i="0" dirty="0">
              <a:solidFill>
                <a:srgbClr val="1B7957"/>
              </a:solidFill>
              <a:effectLst/>
              <a:latin typeface="Public Sans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8CB8862D-3B06-ACBB-9125-A7DA5BE113B2}"/>
              </a:ext>
            </a:extLst>
          </p:cNvPr>
          <p:cNvSpPr txBox="1"/>
          <p:nvPr/>
        </p:nvSpPr>
        <p:spPr>
          <a:xfrm>
            <a:off x="5171176" y="3552757"/>
            <a:ext cx="2017061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pt-BR" sz="1600" b="0" i="0" dirty="0">
                <a:solidFill>
                  <a:srgbClr val="1B7957"/>
                </a:solidFill>
                <a:effectLst/>
                <a:latin typeface="Public Sans"/>
              </a:rPr>
              <a:t>Seleção de poderes relevantes; </a:t>
            </a:r>
          </a:p>
          <a:p>
            <a:pPr marL="285750" indent="-285750">
              <a:buFontTx/>
              <a:buChar char="-"/>
            </a:pPr>
            <a:r>
              <a:rPr lang="pt-BR" sz="1600" dirty="0">
                <a:solidFill>
                  <a:srgbClr val="1B7957"/>
                </a:solidFill>
                <a:latin typeface="Public Sans"/>
              </a:rPr>
              <a:t>C</a:t>
            </a:r>
            <a:r>
              <a:rPr lang="pt-BR" sz="1600" b="0" i="0" dirty="0">
                <a:solidFill>
                  <a:srgbClr val="1B7957"/>
                </a:solidFill>
                <a:effectLst/>
                <a:latin typeface="Public Sans"/>
              </a:rPr>
              <a:t>ontagem de poderes; </a:t>
            </a:r>
          </a:p>
          <a:p>
            <a:pPr marL="285750" indent="-285750">
              <a:buFontTx/>
              <a:buChar char="-"/>
            </a:pPr>
            <a:r>
              <a:rPr lang="pt-BR" sz="1600" dirty="0">
                <a:solidFill>
                  <a:srgbClr val="1B7957"/>
                </a:solidFill>
                <a:latin typeface="Public Sans"/>
              </a:rPr>
              <a:t>E</a:t>
            </a:r>
            <a:r>
              <a:rPr lang="pt-BR" sz="1600" b="0" i="0" dirty="0">
                <a:solidFill>
                  <a:srgbClr val="1B7957"/>
                </a:solidFill>
                <a:effectLst/>
                <a:latin typeface="Public Sans"/>
              </a:rPr>
              <a:t>xtração das informações</a:t>
            </a:r>
          </a:p>
          <a:p>
            <a:pPr algn="l"/>
            <a:endParaRPr lang="pt-BR" b="0" i="0" dirty="0">
              <a:solidFill>
                <a:srgbClr val="1B7957"/>
              </a:solidFill>
              <a:effectLst/>
              <a:latin typeface="Public Sans"/>
            </a:endParaRP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0CD94B-19E4-F171-2672-63537E0F1FF3}"/>
              </a:ext>
            </a:extLst>
          </p:cNvPr>
          <p:cNvSpPr txBox="1"/>
          <p:nvPr/>
        </p:nvSpPr>
        <p:spPr>
          <a:xfrm>
            <a:off x="7725057" y="3528123"/>
            <a:ext cx="196146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pt-BR" sz="1600" dirty="0">
                <a:solidFill>
                  <a:srgbClr val="1B7957"/>
                </a:solidFill>
                <a:latin typeface="Public Sans"/>
              </a:rPr>
              <a:t>Modelos utilizados:</a:t>
            </a:r>
            <a:br>
              <a:rPr lang="pt-BR" sz="1600" dirty="0">
                <a:solidFill>
                  <a:srgbClr val="1B7957"/>
                </a:solidFill>
                <a:latin typeface="Public Sans"/>
              </a:rPr>
            </a:br>
            <a:r>
              <a:rPr lang="pt-BR" sz="1600" dirty="0">
                <a:solidFill>
                  <a:srgbClr val="1B7957"/>
                </a:solidFill>
                <a:latin typeface="Public Sans"/>
              </a:rPr>
              <a:t>– </a:t>
            </a:r>
            <a:r>
              <a:rPr lang="pt-BR" sz="1600" i="1" dirty="0" err="1">
                <a:solidFill>
                  <a:srgbClr val="1B7957"/>
                </a:solidFill>
                <a:latin typeface="Public Sans"/>
              </a:rPr>
              <a:t>Clustering</a:t>
            </a:r>
            <a:r>
              <a:rPr lang="pt-BR" sz="1600" i="1" dirty="0">
                <a:solidFill>
                  <a:srgbClr val="1B7957"/>
                </a:solidFill>
                <a:latin typeface="Public Sans"/>
              </a:rPr>
              <a:t>:</a:t>
            </a:r>
            <a:r>
              <a:rPr lang="pt-BR" sz="1600" dirty="0">
                <a:solidFill>
                  <a:srgbClr val="1B7957"/>
                </a:solidFill>
                <a:latin typeface="Public Sans"/>
              </a:rPr>
              <a:t> PCA + K-</a:t>
            </a:r>
            <a:r>
              <a:rPr lang="pt-BR" sz="1600" dirty="0" err="1">
                <a:solidFill>
                  <a:srgbClr val="1B7957"/>
                </a:solidFill>
                <a:latin typeface="Public Sans"/>
              </a:rPr>
              <a:t>Means</a:t>
            </a:r>
            <a:br>
              <a:rPr lang="pt-BR" sz="1600" dirty="0">
                <a:solidFill>
                  <a:srgbClr val="1B7957"/>
                </a:solidFill>
                <a:latin typeface="Public Sans"/>
              </a:rPr>
            </a:br>
            <a:r>
              <a:rPr lang="pt-BR" sz="1600" dirty="0">
                <a:solidFill>
                  <a:srgbClr val="1B7957"/>
                </a:solidFill>
                <a:latin typeface="Public Sans"/>
              </a:rPr>
              <a:t>– </a:t>
            </a:r>
            <a:r>
              <a:rPr lang="pt-BR" sz="1600" i="1" dirty="0">
                <a:solidFill>
                  <a:srgbClr val="1B7957"/>
                </a:solidFill>
                <a:latin typeface="Public Sans"/>
              </a:rPr>
              <a:t>Classificação:</a:t>
            </a:r>
            <a:r>
              <a:rPr lang="pt-BR" sz="1600" dirty="0">
                <a:solidFill>
                  <a:srgbClr val="1B7957"/>
                </a:solidFill>
                <a:latin typeface="Public Sans"/>
              </a:rPr>
              <a:t> </a:t>
            </a:r>
            <a:r>
              <a:rPr lang="pt-BR" sz="1600" dirty="0" err="1">
                <a:solidFill>
                  <a:srgbClr val="1B7957"/>
                </a:solidFill>
                <a:latin typeface="Public Sans"/>
              </a:rPr>
              <a:t>Naive</a:t>
            </a:r>
            <a:r>
              <a:rPr lang="pt-BR" sz="1600" dirty="0">
                <a:solidFill>
                  <a:srgbClr val="1B7957"/>
                </a:solidFill>
                <a:latin typeface="Public Sans"/>
              </a:rPr>
              <a:t> </a:t>
            </a:r>
            <a:r>
              <a:rPr lang="pt-BR" sz="1600" dirty="0" err="1">
                <a:solidFill>
                  <a:srgbClr val="1B7957"/>
                </a:solidFill>
                <a:latin typeface="Public Sans"/>
              </a:rPr>
              <a:t>Bayes</a:t>
            </a:r>
            <a:r>
              <a:rPr lang="pt-BR" sz="1600" dirty="0">
                <a:solidFill>
                  <a:srgbClr val="1B7957"/>
                </a:solidFill>
                <a:latin typeface="Public Sans"/>
              </a:rPr>
              <a:t> / Random Forest</a:t>
            </a:r>
            <a:br>
              <a:rPr lang="pt-BR" sz="1600" dirty="0">
                <a:solidFill>
                  <a:srgbClr val="1B7957"/>
                </a:solidFill>
                <a:latin typeface="Public Sans"/>
              </a:rPr>
            </a:br>
            <a:r>
              <a:rPr lang="pt-BR" sz="1600" dirty="0">
                <a:solidFill>
                  <a:srgbClr val="1B7957"/>
                </a:solidFill>
                <a:latin typeface="Public Sans"/>
              </a:rPr>
              <a:t>– </a:t>
            </a:r>
            <a:r>
              <a:rPr lang="pt-BR" sz="1600" i="1" dirty="0">
                <a:solidFill>
                  <a:srgbClr val="1B7957"/>
                </a:solidFill>
                <a:latin typeface="Public Sans"/>
              </a:rPr>
              <a:t>Regressão:</a:t>
            </a:r>
            <a:r>
              <a:rPr lang="pt-BR" sz="1600" dirty="0">
                <a:solidFill>
                  <a:srgbClr val="1B7957"/>
                </a:solidFill>
                <a:latin typeface="Public Sans"/>
              </a:rPr>
              <a:t> Random Forest </a:t>
            </a:r>
            <a:r>
              <a:rPr lang="pt-BR" sz="1600" dirty="0" err="1">
                <a:solidFill>
                  <a:srgbClr val="1B7957"/>
                </a:solidFill>
                <a:latin typeface="Public Sans"/>
              </a:rPr>
              <a:t>Regressor</a:t>
            </a:r>
            <a:endParaRPr lang="pt-BR" i="0" dirty="0">
              <a:solidFill>
                <a:srgbClr val="1B7957"/>
              </a:solidFill>
              <a:effectLst/>
              <a:latin typeface="Public Sans"/>
            </a:endParaRP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0C5ECE97-A56A-A063-B15F-473AA6425C02}"/>
              </a:ext>
            </a:extLst>
          </p:cNvPr>
          <p:cNvSpPr txBox="1"/>
          <p:nvPr/>
        </p:nvSpPr>
        <p:spPr>
          <a:xfrm>
            <a:off x="10047769" y="3570653"/>
            <a:ext cx="195073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600" b="0" i="0" dirty="0">
                <a:solidFill>
                  <a:srgbClr val="1B7957"/>
                </a:solidFill>
                <a:effectLst/>
                <a:latin typeface="Public Sans"/>
              </a:rPr>
              <a:t>- Clusters: </a:t>
            </a:r>
            <a:r>
              <a:rPr lang="pt-BR" sz="1600" b="0" i="0" dirty="0" err="1">
                <a:solidFill>
                  <a:srgbClr val="1B7957"/>
                </a:solidFill>
                <a:effectLst/>
                <a:latin typeface="Public Sans"/>
              </a:rPr>
              <a:t>silhouette</a:t>
            </a:r>
            <a:r>
              <a:rPr lang="pt-BR" sz="1600" b="0" i="0" dirty="0">
                <a:solidFill>
                  <a:srgbClr val="1B7957"/>
                </a:solidFill>
                <a:effectLst/>
                <a:latin typeface="Public Sans"/>
              </a:rPr>
              <a:t>;</a:t>
            </a:r>
          </a:p>
          <a:p>
            <a:r>
              <a:rPr lang="pt-BR" sz="1600" dirty="0">
                <a:solidFill>
                  <a:srgbClr val="1B7957"/>
                </a:solidFill>
                <a:latin typeface="Public Sans"/>
              </a:rPr>
              <a:t> - </a:t>
            </a:r>
            <a:r>
              <a:rPr lang="pt-BR" sz="1600" b="0" i="0" dirty="0">
                <a:solidFill>
                  <a:srgbClr val="1B7957"/>
                </a:solidFill>
                <a:effectLst/>
                <a:latin typeface="Public Sans"/>
              </a:rPr>
              <a:t>Classificação: precisão, recall, F1, matriz de confusão; Regressão: RMSE/R2.</a:t>
            </a:r>
          </a:p>
          <a:p>
            <a:pPr algn="l"/>
            <a:endParaRPr lang="pt-BR" b="0" i="0" dirty="0">
              <a:solidFill>
                <a:srgbClr val="1B7957"/>
              </a:solidFill>
              <a:effectLst/>
              <a:latin typeface="Public Sans"/>
            </a:endParaRP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5C29DAFB-AEE9-0FBF-DBA9-37C8DDB358C9}"/>
              </a:ext>
            </a:extLst>
          </p:cNvPr>
          <p:cNvSpPr/>
          <p:nvPr/>
        </p:nvSpPr>
        <p:spPr>
          <a:xfrm>
            <a:off x="193493" y="3187215"/>
            <a:ext cx="2184474" cy="36675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01 - COLETA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843DC647-A7EA-BA95-A2E8-BB2699CA24A0}"/>
              </a:ext>
            </a:extLst>
          </p:cNvPr>
          <p:cNvSpPr/>
          <p:nvPr/>
        </p:nvSpPr>
        <p:spPr>
          <a:xfrm>
            <a:off x="2691779" y="3187214"/>
            <a:ext cx="2018076" cy="36675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02 – PRÉ PROCESSAMENTO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AFE8F00E-3BA6-D274-13A1-12F7EC8E329D}"/>
              </a:ext>
            </a:extLst>
          </p:cNvPr>
          <p:cNvSpPr/>
          <p:nvPr/>
        </p:nvSpPr>
        <p:spPr>
          <a:xfrm>
            <a:off x="5170161" y="3186000"/>
            <a:ext cx="2018076" cy="36675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03 - PROCESSAMENTO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097EABAD-E9E6-7CD0-980D-E22CC7342CAE}"/>
              </a:ext>
            </a:extLst>
          </p:cNvPr>
          <p:cNvSpPr/>
          <p:nvPr/>
        </p:nvSpPr>
        <p:spPr>
          <a:xfrm>
            <a:off x="7668447" y="3186000"/>
            <a:ext cx="2018076" cy="36675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04 - MODELAGEM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CFB1BFD2-3BE1-EA65-942A-B4F10E466E43}"/>
              </a:ext>
            </a:extLst>
          </p:cNvPr>
          <p:cNvSpPr/>
          <p:nvPr/>
        </p:nvSpPr>
        <p:spPr>
          <a:xfrm>
            <a:off x="9980431" y="3186000"/>
            <a:ext cx="2018076" cy="36675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05 - VALIDAÇÃO</a:t>
            </a:r>
          </a:p>
        </p:txBody>
      </p:sp>
    </p:spTree>
    <p:extLst>
      <p:ext uri="{BB962C8B-B14F-4D97-AF65-F5344CB8AC3E}">
        <p14:creationId xmlns:p14="http://schemas.microsoft.com/office/powerpoint/2010/main" val="633193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B782ED9-30D2-8F97-4558-6995B2A81C27}"/>
              </a:ext>
            </a:extLst>
          </p:cNvPr>
          <p:cNvSpPr txBox="1"/>
          <p:nvPr/>
        </p:nvSpPr>
        <p:spPr>
          <a:xfrm>
            <a:off x="391235" y="90431"/>
            <a:ext cx="5704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1B7957"/>
                </a:solidFill>
              </a:rPr>
              <a:t>Resultados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D557BCC-99E2-5585-EADC-29896709BB70}"/>
              </a:ext>
            </a:extLst>
          </p:cNvPr>
          <p:cNvSpPr txBox="1"/>
          <p:nvPr/>
        </p:nvSpPr>
        <p:spPr>
          <a:xfrm>
            <a:off x="3315199" y="1051832"/>
            <a:ext cx="56051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i="0" dirty="0">
                <a:solidFill>
                  <a:srgbClr val="1B7957"/>
                </a:solidFill>
                <a:effectLst/>
                <a:latin typeface="Public Sans"/>
              </a:rPr>
              <a:t>Modelagem</a:t>
            </a:r>
          </a:p>
          <a:p>
            <a:pPr algn="ctr"/>
            <a:r>
              <a:rPr lang="pt-BR" sz="2800" i="0" u="sng" dirty="0" err="1">
                <a:solidFill>
                  <a:srgbClr val="1B7957"/>
                </a:solidFill>
                <a:effectLst/>
                <a:latin typeface="Public Sans"/>
              </a:rPr>
              <a:t>Naive</a:t>
            </a:r>
            <a:r>
              <a:rPr lang="pt-BR" sz="2800" i="0" u="sng" dirty="0">
                <a:solidFill>
                  <a:srgbClr val="1B7957"/>
                </a:solidFill>
                <a:effectLst/>
                <a:latin typeface="Public Sans"/>
              </a:rPr>
              <a:t> </a:t>
            </a:r>
            <a:r>
              <a:rPr lang="pt-BR" sz="2800" i="0" u="sng" dirty="0" err="1">
                <a:solidFill>
                  <a:srgbClr val="1B7957"/>
                </a:solidFill>
                <a:effectLst/>
                <a:latin typeface="Public Sans"/>
              </a:rPr>
              <a:t>Bayes</a:t>
            </a:r>
            <a:endParaRPr lang="pt-BR" sz="2800" u="sng" dirty="0">
              <a:solidFill>
                <a:srgbClr val="1B7957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896E032-9255-87D7-AB19-DE3F52D3B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53A17F3-4630-4BFE-6AE7-17274DA8B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4C822AF-7D4C-C031-20F7-97B5B37F47CD}"/>
              </a:ext>
            </a:extLst>
          </p:cNvPr>
          <p:cNvSpPr txBox="1"/>
          <p:nvPr/>
        </p:nvSpPr>
        <p:spPr>
          <a:xfrm>
            <a:off x="297216" y="2047793"/>
            <a:ext cx="4231652" cy="5093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700" dirty="0">
                <a:solidFill>
                  <a:srgbClr val="1B7957"/>
                </a:solidFill>
                <a:latin typeface="Public Sans"/>
              </a:rPr>
              <a:t>Para a escolha da quantidade de clusters foram verificados os itens abaixo:</a:t>
            </a:r>
          </a:p>
          <a:p>
            <a:endParaRPr lang="pt-BR" sz="1700" dirty="0">
              <a:solidFill>
                <a:srgbClr val="1B7957"/>
              </a:solidFill>
              <a:latin typeface="Public Sans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dirty="0">
                <a:solidFill>
                  <a:srgbClr val="1B7957"/>
                </a:solidFill>
                <a:latin typeface="Public Sans"/>
              </a:rPr>
              <a:t>Aplicado PCA para redução de dimensionalidade.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sz="1600" dirty="0">
              <a:solidFill>
                <a:srgbClr val="1B7957"/>
              </a:solidFill>
              <a:latin typeface="Public Sans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dirty="0">
                <a:solidFill>
                  <a:srgbClr val="1B7957"/>
                </a:solidFill>
                <a:latin typeface="Public Sans"/>
              </a:rPr>
              <a:t>Verificação da variância acumulada para verificar que aproximadamente 20 componentes já capturam grande parte da variância.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sz="1600" dirty="0">
              <a:solidFill>
                <a:srgbClr val="1B7957"/>
              </a:solidFill>
              <a:latin typeface="Public Sans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dirty="0">
                <a:solidFill>
                  <a:srgbClr val="1B7957"/>
                </a:solidFill>
                <a:latin typeface="Public Sans"/>
              </a:rPr>
              <a:t>O método do cotovelo para indicar k = 4 como ponto de melhor equilíbrio.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sz="1600" dirty="0">
              <a:solidFill>
                <a:srgbClr val="1B7957"/>
              </a:solidFill>
              <a:latin typeface="Public Sans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dirty="0">
                <a:solidFill>
                  <a:srgbClr val="1B7957"/>
                </a:solidFill>
                <a:latin typeface="Public Sans"/>
              </a:rPr>
              <a:t>O </a:t>
            </a:r>
            <a:r>
              <a:rPr lang="pt-BR" sz="1600" dirty="0" err="1">
                <a:solidFill>
                  <a:srgbClr val="1B7957"/>
                </a:solidFill>
                <a:latin typeface="Public Sans"/>
              </a:rPr>
              <a:t>Silhouette</a:t>
            </a:r>
            <a:r>
              <a:rPr lang="pt-BR" sz="1600" dirty="0">
                <a:solidFill>
                  <a:srgbClr val="1B7957"/>
                </a:solidFill>
                <a:latin typeface="Public Sans"/>
              </a:rPr>
              <a:t> Score para indicar que confirma que k=4 é um valor  coerente;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sz="1600" dirty="0">
              <a:solidFill>
                <a:srgbClr val="1B7957"/>
              </a:solidFill>
              <a:latin typeface="Public Sans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dirty="0">
                <a:solidFill>
                  <a:srgbClr val="1B7957"/>
                </a:solidFill>
                <a:latin typeface="Public Sans"/>
              </a:rPr>
              <a:t>NB apresentou acurácia de 0,671, sendo um bom baseline</a:t>
            </a:r>
          </a:p>
          <a:p>
            <a:pPr algn="l"/>
            <a:endParaRPr lang="pt-BR" b="0" i="0" dirty="0">
              <a:solidFill>
                <a:srgbClr val="1B7957"/>
              </a:solidFill>
              <a:effectLst/>
              <a:latin typeface="Public Sans"/>
            </a:endParaRPr>
          </a:p>
        </p:txBody>
      </p:sp>
      <p:pic>
        <p:nvPicPr>
          <p:cNvPr id="8" name="Imagem 7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B61ECD1B-70E2-C7AA-BF7A-C941E8E384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868" y="2419594"/>
            <a:ext cx="3608717" cy="2255448"/>
          </a:xfrm>
          <a:prstGeom prst="rect">
            <a:avLst/>
          </a:prstGeom>
        </p:spPr>
      </p:pic>
      <p:pic>
        <p:nvPicPr>
          <p:cNvPr id="10" name="Imagem 9" descr="Diagrama&#10;&#10;O conteúdo gerado por IA pode estar incorreto.">
            <a:extLst>
              <a:ext uri="{FF2B5EF4-FFF2-40B4-BE49-F238E27FC236}">
                <a16:creationId xmlns:a16="http://schemas.microsoft.com/office/drawing/2014/main" id="{D2537565-7301-4C19-B1CB-F5C0172752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54" y="2479434"/>
            <a:ext cx="3777994" cy="1989049"/>
          </a:xfrm>
          <a:prstGeom prst="rect">
            <a:avLst/>
          </a:prstGeom>
        </p:spPr>
      </p:pic>
      <p:pic>
        <p:nvPicPr>
          <p:cNvPr id="12" name="Imagem 11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91B8E5CA-437E-66E0-127D-86EFCC6D57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8041" y="4877927"/>
            <a:ext cx="2970370" cy="1856481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3D0AEB94-0A62-C940-3A77-55FBF3D11ACC}"/>
              </a:ext>
            </a:extLst>
          </p:cNvPr>
          <p:cNvCxnSpPr/>
          <p:nvPr/>
        </p:nvCxnSpPr>
        <p:spPr>
          <a:xfrm>
            <a:off x="6014698" y="2858484"/>
            <a:ext cx="0" cy="1457864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3757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B782ED9-30D2-8F97-4558-6995B2A81C27}"/>
              </a:ext>
            </a:extLst>
          </p:cNvPr>
          <p:cNvSpPr txBox="1"/>
          <p:nvPr/>
        </p:nvSpPr>
        <p:spPr>
          <a:xfrm>
            <a:off x="391235" y="90431"/>
            <a:ext cx="5704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1B7957"/>
                </a:solidFill>
              </a:rPr>
              <a:t>Resultados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D557BCC-99E2-5585-EADC-29896709BB70}"/>
              </a:ext>
            </a:extLst>
          </p:cNvPr>
          <p:cNvSpPr txBox="1"/>
          <p:nvPr/>
        </p:nvSpPr>
        <p:spPr>
          <a:xfrm>
            <a:off x="3315199" y="1051832"/>
            <a:ext cx="56051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i="0" dirty="0">
                <a:solidFill>
                  <a:srgbClr val="1B7957"/>
                </a:solidFill>
                <a:effectLst/>
                <a:latin typeface="Public Sans"/>
              </a:rPr>
              <a:t>Modelagem</a:t>
            </a:r>
          </a:p>
          <a:p>
            <a:pPr algn="ctr"/>
            <a:r>
              <a:rPr lang="pt-BR" sz="2800" i="0" u="sng" dirty="0" err="1">
                <a:solidFill>
                  <a:srgbClr val="1B7957"/>
                </a:solidFill>
                <a:effectLst/>
                <a:latin typeface="Public Sans"/>
              </a:rPr>
              <a:t>Naive</a:t>
            </a:r>
            <a:r>
              <a:rPr lang="pt-BR" sz="2800" i="0" u="sng" dirty="0">
                <a:solidFill>
                  <a:srgbClr val="1B7957"/>
                </a:solidFill>
                <a:effectLst/>
                <a:latin typeface="Public Sans"/>
              </a:rPr>
              <a:t> </a:t>
            </a:r>
            <a:r>
              <a:rPr lang="pt-BR" sz="2800" i="0" u="sng" dirty="0" err="1">
                <a:solidFill>
                  <a:srgbClr val="1B7957"/>
                </a:solidFill>
                <a:effectLst/>
                <a:latin typeface="Public Sans"/>
              </a:rPr>
              <a:t>Bayes</a:t>
            </a:r>
            <a:endParaRPr lang="pt-BR" sz="2800" u="sng" dirty="0">
              <a:solidFill>
                <a:srgbClr val="1B7957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896E032-9255-87D7-AB19-DE3F52D3B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53A17F3-4630-4BFE-6AE7-17274DA8B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4C822AF-7D4C-C031-20F7-97B5B37F47CD}"/>
              </a:ext>
            </a:extLst>
          </p:cNvPr>
          <p:cNvSpPr txBox="1"/>
          <p:nvPr/>
        </p:nvSpPr>
        <p:spPr>
          <a:xfrm>
            <a:off x="297216" y="2047793"/>
            <a:ext cx="4231652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700" dirty="0">
                <a:solidFill>
                  <a:srgbClr val="1B7957"/>
                </a:solidFill>
              </a:rPr>
              <a:t>Clusters gerados</a:t>
            </a:r>
          </a:p>
          <a:p>
            <a:endParaRPr lang="pt-BR" sz="1700" dirty="0">
              <a:solidFill>
                <a:srgbClr val="1B7957"/>
              </a:solidFill>
            </a:endParaRPr>
          </a:p>
          <a:p>
            <a:pPr algn="l"/>
            <a:endParaRPr lang="pt-BR" b="0" i="0" dirty="0">
              <a:solidFill>
                <a:srgbClr val="1B7957"/>
              </a:solidFill>
              <a:effectLst/>
              <a:latin typeface="Public Sans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31010FD-2608-EAC7-841E-337742C99DD4}"/>
              </a:ext>
            </a:extLst>
          </p:cNvPr>
          <p:cNvSpPr txBox="1"/>
          <p:nvPr/>
        </p:nvSpPr>
        <p:spPr>
          <a:xfrm>
            <a:off x="9273657" y="6436304"/>
            <a:ext cx="276132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700" dirty="0">
                <a:solidFill>
                  <a:srgbClr val="1B7957"/>
                </a:solidFill>
              </a:rPr>
              <a:t>Acurácia do modelo: 0,671</a:t>
            </a:r>
            <a:endParaRPr lang="pt-BR" b="0" i="0" dirty="0">
              <a:solidFill>
                <a:srgbClr val="1B7957"/>
              </a:solidFill>
              <a:effectLst/>
              <a:latin typeface="Public Sans"/>
            </a:endParaRPr>
          </a:p>
        </p:txBody>
      </p:sp>
      <p:pic>
        <p:nvPicPr>
          <p:cNvPr id="15" name="Imagem 14" descr="Uma imagem contendo Gráfico de dispersão&#10;&#10;O conteúdo gerado por IA pode estar incorreto.">
            <a:extLst>
              <a:ext uri="{FF2B5EF4-FFF2-40B4-BE49-F238E27FC236}">
                <a16:creationId xmlns:a16="http://schemas.microsoft.com/office/drawing/2014/main" id="{7392D97B-34ED-4225-13BF-52825C826A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0750"/>
            <a:ext cx="4681281" cy="4012526"/>
          </a:xfrm>
          <a:prstGeom prst="rect">
            <a:avLst/>
          </a:prstGeom>
        </p:spPr>
      </p:pic>
      <p:pic>
        <p:nvPicPr>
          <p:cNvPr id="17" name="Imagem 16" descr="Gráfico&#10;&#10;O conteúdo gerado por IA pode estar incorreto.">
            <a:extLst>
              <a:ext uri="{FF2B5EF4-FFF2-40B4-BE49-F238E27FC236}">
                <a16:creationId xmlns:a16="http://schemas.microsoft.com/office/drawing/2014/main" id="{64FC2477-8DFC-CD59-CF0D-AD9681CBAA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8533" y="2448172"/>
            <a:ext cx="5865104" cy="418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519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B782ED9-30D2-8F97-4558-6995B2A81C27}"/>
              </a:ext>
            </a:extLst>
          </p:cNvPr>
          <p:cNvSpPr txBox="1"/>
          <p:nvPr/>
        </p:nvSpPr>
        <p:spPr>
          <a:xfrm>
            <a:off x="391235" y="90431"/>
            <a:ext cx="5704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1B7957"/>
                </a:solidFill>
              </a:rPr>
              <a:t>Resultados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D557BCC-99E2-5585-EADC-29896709BB70}"/>
              </a:ext>
            </a:extLst>
          </p:cNvPr>
          <p:cNvSpPr txBox="1"/>
          <p:nvPr/>
        </p:nvSpPr>
        <p:spPr>
          <a:xfrm>
            <a:off x="3293437" y="1024123"/>
            <a:ext cx="56051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i="0" dirty="0">
                <a:solidFill>
                  <a:srgbClr val="1B7957"/>
                </a:solidFill>
                <a:effectLst/>
                <a:latin typeface="Public Sans"/>
              </a:rPr>
              <a:t>Modelagem</a:t>
            </a:r>
          </a:p>
          <a:p>
            <a:pPr algn="ctr"/>
            <a:r>
              <a:rPr lang="pt-BR" sz="2800" i="0" u="sng" dirty="0">
                <a:solidFill>
                  <a:srgbClr val="1B7957"/>
                </a:solidFill>
                <a:effectLst/>
                <a:latin typeface="Public Sans"/>
              </a:rPr>
              <a:t>Random</a:t>
            </a:r>
            <a:r>
              <a:rPr lang="pt-BR" sz="2800" u="sng" dirty="0">
                <a:solidFill>
                  <a:srgbClr val="1B7957"/>
                </a:solidFill>
                <a:latin typeface="Public Sans"/>
              </a:rPr>
              <a:t> Forest – para previsão dos pesos</a:t>
            </a:r>
            <a:endParaRPr lang="pt-BR" sz="2800" u="sng" dirty="0">
              <a:solidFill>
                <a:srgbClr val="1B7957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896E032-9255-87D7-AB19-DE3F52D3B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53A17F3-4630-4BFE-6AE7-17274DA8B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4C822AF-7D4C-C031-20F7-97B5B37F47CD}"/>
              </a:ext>
            </a:extLst>
          </p:cNvPr>
          <p:cNvSpPr txBox="1"/>
          <p:nvPr/>
        </p:nvSpPr>
        <p:spPr>
          <a:xfrm>
            <a:off x="297216" y="2047793"/>
            <a:ext cx="4231652" cy="210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700" dirty="0">
                <a:solidFill>
                  <a:srgbClr val="1B7957"/>
                </a:solidFill>
                <a:latin typeface="Public Sans"/>
              </a:rPr>
              <a:t>Para a regressão foi escolhido o algoritmo </a:t>
            </a:r>
          </a:p>
          <a:p>
            <a:r>
              <a:rPr lang="pt-BR" sz="1600" dirty="0">
                <a:solidFill>
                  <a:srgbClr val="1B7957"/>
                </a:solidFill>
                <a:latin typeface="Public Sans"/>
              </a:rPr>
              <a:t>Random Forest </a:t>
            </a:r>
            <a:r>
              <a:rPr lang="pt-BR" sz="1600" dirty="0" err="1">
                <a:solidFill>
                  <a:srgbClr val="1B7957"/>
                </a:solidFill>
                <a:latin typeface="Public Sans"/>
              </a:rPr>
              <a:t>Regressor</a:t>
            </a:r>
            <a:r>
              <a:rPr lang="pt-BR" sz="1600" dirty="0">
                <a:solidFill>
                  <a:srgbClr val="1B7957"/>
                </a:solidFill>
                <a:latin typeface="Public Sans"/>
              </a:rPr>
              <a:t>:</a:t>
            </a:r>
          </a:p>
          <a:p>
            <a:endParaRPr lang="pt-BR" sz="1600" dirty="0">
              <a:solidFill>
                <a:srgbClr val="1B7957"/>
              </a:solidFill>
              <a:latin typeface="Public Sans"/>
            </a:endParaRPr>
          </a:p>
          <a:p>
            <a:r>
              <a:rPr lang="pt-BR" sz="1600" dirty="0">
                <a:solidFill>
                  <a:srgbClr val="1B7957"/>
                </a:solidFill>
                <a:latin typeface="Public Sans"/>
              </a:rPr>
              <a:t>- Justificativa: peso depende de relações não lineares e de potências físicas.</a:t>
            </a:r>
          </a:p>
          <a:p>
            <a:r>
              <a:rPr lang="pt-BR" sz="1600" dirty="0">
                <a:solidFill>
                  <a:srgbClr val="1B7957"/>
                </a:solidFill>
                <a:latin typeface="Public Sans"/>
              </a:rPr>
              <a:t>- O Random Forest  é bom com outliers e variáveis heterogêneas.</a:t>
            </a:r>
          </a:p>
          <a:p>
            <a:pPr algn="l"/>
            <a:endParaRPr lang="pt-BR" b="0" i="0" dirty="0">
              <a:solidFill>
                <a:srgbClr val="1B7957"/>
              </a:solidFill>
              <a:effectLst/>
              <a:latin typeface="Public Sans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A04E374-6FDF-A81E-D84C-395A49BAA598}"/>
              </a:ext>
            </a:extLst>
          </p:cNvPr>
          <p:cNvSpPr txBox="1"/>
          <p:nvPr/>
        </p:nvSpPr>
        <p:spPr>
          <a:xfrm>
            <a:off x="468537" y="4264217"/>
            <a:ext cx="376926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rgbClr val="1B7957"/>
                </a:solidFill>
                <a:latin typeface="Public Sans"/>
              </a:rPr>
              <a:t>Desempenho do modelo:</a:t>
            </a:r>
            <a:br>
              <a:rPr lang="pt-BR" sz="1600" dirty="0">
                <a:solidFill>
                  <a:srgbClr val="1B7957"/>
                </a:solidFill>
                <a:latin typeface="Public Sans"/>
              </a:rPr>
            </a:br>
            <a:r>
              <a:rPr lang="pt-BR" sz="1600" dirty="0">
                <a:solidFill>
                  <a:srgbClr val="1B7957"/>
                </a:solidFill>
                <a:latin typeface="Public Sans"/>
              </a:rPr>
              <a:t> - R² ≈ 0,40</a:t>
            </a:r>
          </a:p>
          <a:p>
            <a:r>
              <a:rPr lang="pt-BR" sz="1600" dirty="0">
                <a:solidFill>
                  <a:srgbClr val="1B7957"/>
                </a:solidFill>
                <a:latin typeface="Public Sans"/>
              </a:rPr>
              <a:t> - Erro médio (MAE): ~25 kg</a:t>
            </a:r>
            <a:br>
              <a:rPr lang="pt-BR" sz="1600" dirty="0">
                <a:solidFill>
                  <a:srgbClr val="1B7957"/>
                </a:solidFill>
                <a:latin typeface="Public Sans"/>
              </a:rPr>
            </a:br>
            <a:r>
              <a:rPr lang="pt-BR" sz="1600" dirty="0">
                <a:solidFill>
                  <a:srgbClr val="1B7957"/>
                </a:solidFill>
                <a:latin typeface="Public Sans"/>
              </a:rPr>
              <a:t> - RMSE: ~45–60 kg</a:t>
            </a:r>
          </a:p>
          <a:p>
            <a:r>
              <a:rPr lang="pt-BR" sz="1600" dirty="0">
                <a:solidFill>
                  <a:srgbClr val="1B7957"/>
                </a:solidFill>
                <a:latin typeface="Public Sans"/>
              </a:rPr>
              <a:t> </a:t>
            </a:r>
            <a:endParaRPr lang="pt-BR" sz="1600" b="0" i="0" dirty="0">
              <a:solidFill>
                <a:srgbClr val="1B7957"/>
              </a:solidFill>
              <a:effectLst/>
              <a:latin typeface="Public Sans"/>
            </a:endParaRPr>
          </a:p>
        </p:txBody>
      </p:sp>
      <p:pic>
        <p:nvPicPr>
          <p:cNvPr id="18" name="Imagem 17" descr="Gráfico&#10;&#10;O conteúdo gerado por IA pode estar incorreto.">
            <a:extLst>
              <a:ext uri="{FF2B5EF4-FFF2-40B4-BE49-F238E27FC236}">
                <a16:creationId xmlns:a16="http://schemas.microsoft.com/office/drawing/2014/main" id="{2F9CA9DB-5B9E-5FCE-9666-7B0777BE17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995" y="2234285"/>
            <a:ext cx="4241867" cy="3181400"/>
          </a:xfrm>
          <a:prstGeom prst="rect">
            <a:avLst/>
          </a:prstGeom>
        </p:spPr>
      </p:pic>
      <p:pic>
        <p:nvPicPr>
          <p:cNvPr id="20" name="Imagem 19" descr="Diagrama&#10;&#10;O conteúdo gerado por IA pode estar incorreto.">
            <a:extLst>
              <a:ext uri="{FF2B5EF4-FFF2-40B4-BE49-F238E27FC236}">
                <a16:creationId xmlns:a16="http://schemas.microsoft.com/office/drawing/2014/main" id="{63A1B915-CD26-BAA8-6EAF-F1A6F5FEC1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353" y="4650625"/>
            <a:ext cx="2469768" cy="2116944"/>
          </a:xfrm>
          <a:prstGeom prst="rect">
            <a:avLst/>
          </a:prstGeom>
        </p:spPr>
      </p:pic>
      <p:pic>
        <p:nvPicPr>
          <p:cNvPr id="22" name="Imagem 21" descr="Diagrama&#10;&#10;O conteúdo gerado por IA pode estar incorreto.">
            <a:extLst>
              <a:ext uri="{FF2B5EF4-FFF2-40B4-BE49-F238E27FC236}">
                <a16:creationId xmlns:a16="http://schemas.microsoft.com/office/drawing/2014/main" id="{9A77EB5F-D34A-9612-61EE-DFB5749A9F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353" y="2332709"/>
            <a:ext cx="2469768" cy="211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985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6FBBA6E-EFCD-8EE8-4E4D-724A06F1FA79}"/>
              </a:ext>
            </a:extLst>
          </p:cNvPr>
          <p:cNvSpPr txBox="1"/>
          <p:nvPr/>
        </p:nvSpPr>
        <p:spPr>
          <a:xfrm>
            <a:off x="391235" y="90431"/>
            <a:ext cx="5704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1B7957"/>
                </a:solidFill>
              </a:rPr>
              <a:t>Conclusões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73743A5-0D81-1DD8-63E5-4D8F1485866B}"/>
              </a:ext>
            </a:extLst>
          </p:cNvPr>
          <p:cNvSpPr txBox="1"/>
          <p:nvPr/>
        </p:nvSpPr>
        <p:spPr>
          <a:xfrm>
            <a:off x="297216" y="1616475"/>
            <a:ext cx="114329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pt-BR" dirty="0">
                <a:solidFill>
                  <a:srgbClr val="1B7957"/>
                </a:solidFill>
                <a:latin typeface="Public Sans"/>
              </a:rPr>
              <a:t>Feita redução de dimensão através de PCA;</a:t>
            </a:r>
            <a:endParaRPr lang="pt-BR" b="0" i="0" dirty="0">
              <a:solidFill>
                <a:srgbClr val="1B7957"/>
              </a:solidFill>
              <a:effectLst/>
              <a:latin typeface="Public Sans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pt-BR" b="0" i="0" dirty="0">
                <a:solidFill>
                  <a:srgbClr val="1B7957"/>
                </a:solidFill>
                <a:effectLst/>
                <a:latin typeface="Public Sans"/>
              </a:rPr>
              <a:t>Escolhido método K-</a:t>
            </a:r>
            <a:r>
              <a:rPr lang="pt-BR" b="0" i="0" dirty="0" err="1">
                <a:solidFill>
                  <a:srgbClr val="1B7957"/>
                </a:solidFill>
                <a:effectLst/>
                <a:latin typeface="Public Sans"/>
              </a:rPr>
              <a:t>Means</a:t>
            </a:r>
            <a:r>
              <a:rPr lang="pt-BR" b="0" i="0" dirty="0">
                <a:solidFill>
                  <a:srgbClr val="1B7957"/>
                </a:solidFill>
                <a:effectLst/>
                <a:latin typeface="Public Sans"/>
              </a:rPr>
              <a:t> por permitir facilidade na escolha dos clusters (métod</a:t>
            </a:r>
            <a:r>
              <a:rPr lang="pt-BR" dirty="0">
                <a:solidFill>
                  <a:srgbClr val="1B7957"/>
                </a:solidFill>
                <a:latin typeface="Public Sans"/>
              </a:rPr>
              <a:t>o do cotovelo para determinar o numero de cluster ideal);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DD8524A-4740-DA9F-2CF9-355BA2BE36BC}"/>
              </a:ext>
            </a:extLst>
          </p:cNvPr>
          <p:cNvSpPr txBox="1"/>
          <p:nvPr/>
        </p:nvSpPr>
        <p:spPr>
          <a:xfrm>
            <a:off x="297216" y="1247143"/>
            <a:ext cx="114329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b="0" i="0" dirty="0" err="1">
                <a:solidFill>
                  <a:srgbClr val="1B7957"/>
                </a:solidFill>
                <a:effectLst/>
                <a:latin typeface="Public Sans"/>
              </a:rPr>
              <a:t>Clustering</a:t>
            </a:r>
            <a:r>
              <a:rPr lang="pt-BR" b="0" i="0" dirty="0">
                <a:solidFill>
                  <a:srgbClr val="1B7957"/>
                </a:solidFill>
                <a:effectLst/>
                <a:latin typeface="Public Sans"/>
              </a:rPr>
              <a:t>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5603163-7D43-6AC3-D153-7FCB9AB4CE57}"/>
              </a:ext>
            </a:extLst>
          </p:cNvPr>
          <p:cNvSpPr txBox="1"/>
          <p:nvPr/>
        </p:nvSpPr>
        <p:spPr>
          <a:xfrm>
            <a:off x="297216" y="3172808"/>
            <a:ext cx="11432966" cy="1302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pt-BR" b="0" i="0" dirty="0">
                <a:solidFill>
                  <a:srgbClr val="1B7957"/>
                </a:solidFill>
                <a:effectLst/>
                <a:latin typeface="Public Sans"/>
              </a:rPr>
              <a:t>Escolhido método </a:t>
            </a:r>
            <a:r>
              <a:rPr lang="pt-BR" b="0" i="0" dirty="0" err="1">
                <a:solidFill>
                  <a:srgbClr val="1B7957"/>
                </a:solidFill>
                <a:effectLst/>
                <a:latin typeface="Public Sans"/>
              </a:rPr>
              <a:t>Naive</a:t>
            </a:r>
            <a:r>
              <a:rPr lang="pt-BR" b="0" i="0" dirty="0">
                <a:solidFill>
                  <a:srgbClr val="1B7957"/>
                </a:solidFill>
                <a:effectLst/>
                <a:latin typeface="Public Sans"/>
              </a:rPr>
              <a:t> </a:t>
            </a:r>
            <a:r>
              <a:rPr lang="pt-BR" b="0" i="0" dirty="0" err="1">
                <a:solidFill>
                  <a:srgbClr val="1B7957"/>
                </a:solidFill>
                <a:effectLst/>
                <a:latin typeface="Public Sans"/>
              </a:rPr>
              <a:t>Bayes</a:t>
            </a:r>
            <a:r>
              <a:rPr lang="pt-BR" b="0" i="0" dirty="0">
                <a:solidFill>
                  <a:srgbClr val="1B7957"/>
                </a:solidFill>
                <a:effectLst/>
                <a:latin typeface="Public Sans"/>
              </a:rPr>
              <a:t> e Random Forest;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pt-BR" dirty="0">
                <a:solidFill>
                  <a:srgbClr val="1B7957"/>
                </a:solidFill>
                <a:latin typeface="Public Sans"/>
              </a:rPr>
              <a:t>Adequado para lidar com variáveis de </a:t>
            </a:r>
            <a:r>
              <a:rPr lang="pt-BR" sz="1800" kern="100" dirty="0">
                <a:solidFill>
                  <a:srgbClr val="1B7957"/>
                </a:solidFill>
                <a:effectLst/>
                <a:latin typeface="Public Sans"/>
                <a:ea typeface="Aptos" panose="020B0004020202020204" pitchFamily="34" charset="0"/>
                <a:cs typeface="Times New Roman" panose="02020603050405020304" pitchFamily="18" charset="0"/>
              </a:rPr>
              <a:t>alta correlação, interações não lineares e variáveis binárias;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sz="1800" kern="100" dirty="0">
                <a:solidFill>
                  <a:srgbClr val="1B7957"/>
                </a:solidFill>
                <a:effectLst/>
                <a:latin typeface="Public Sans"/>
                <a:ea typeface="Aptos" panose="020B0004020202020204" pitchFamily="34" charset="0"/>
                <a:cs typeface="Times New Roman" panose="02020603050405020304" pitchFamily="18" charset="0"/>
              </a:rPr>
              <a:t>Não assume independência entre variáveis (poderes);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 err="1">
                <a:solidFill>
                  <a:srgbClr val="1B7957"/>
                </a:solidFill>
                <a:latin typeface="Public Sans"/>
              </a:rPr>
              <a:t>Naive</a:t>
            </a:r>
            <a:r>
              <a:rPr lang="pt-BR" dirty="0">
                <a:solidFill>
                  <a:srgbClr val="1B7957"/>
                </a:solidFill>
                <a:latin typeface="Public Sans"/>
              </a:rPr>
              <a:t> </a:t>
            </a:r>
            <a:r>
              <a:rPr lang="pt-BR" dirty="0" err="1">
                <a:solidFill>
                  <a:srgbClr val="1B7957"/>
                </a:solidFill>
                <a:latin typeface="Public Sans"/>
              </a:rPr>
              <a:t>Bayes</a:t>
            </a:r>
            <a:r>
              <a:rPr lang="pt-BR">
                <a:solidFill>
                  <a:srgbClr val="1B7957"/>
                </a:solidFill>
                <a:latin typeface="Public Sans"/>
              </a:rPr>
              <a:t>: Acurácia 0,671 e Random Forest: Acurácia 0,658</a:t>
            </a:r>
            <a:endParaRPr lang="pt-BR" b="0" i="0">
              <a:solidFill>
                <a:srgbClr val="1B7957"/>
              </a:solidFill>
              <a:effectLst/>
              <a:latin typeface="Public Sans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4234B1F-E4E2-0657-61A8-542A5DFF6991}"/>
              </a:ext>
            </a:extLst>
          </p:cNvPr>
          <p:cNvSpPr txBox="1"/>
          <p:nvPr/>
        </p:nvSpPr>
        <p:spPr>
          <a:xfrm>
            <a:off x="297216" y="2729845"/>
            <a:ext cx="114329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b="0" i="0" dirty="0">
                <a:solidFill>
                  <a:srgbClr val="1B7957"/>
                </a:solidFill>
                <a:effectLst/>
                <a:latin typeface="Public Sans"/>
              </a:rPr>
              <a:t>Classificação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ACD1186-7FD9-288E-4CD7-2D5F908526D6}"/>
              </a:ext>
            </a:extLst>
          </p:cNvPr>
          <p:cNvSpPr txBox="1"/>
          <p:nvPr/>
        </p:nvSpPr>
        <p:spPr>
          <a:xfrm>
            <a:off x="297216" y="5229190"/>
            <a:ext cx="11432966" cy="1871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kern="100" dirty="0">
                <a:solidFill>
                  <a:srgbClr val="1B7957"/>
                </a:solidFill>
                <a:latin typeface="Public Sans"/>
                <a:ea typeface="Aptos" panose="020B0004020202020204" pitchFamily="34" charset="0"/>
                <a:cs typeface="Times New Roman" panose="02020603050405020304" pitchFamily="18" charset="0"/>
              </a:rPr>
              <a:t>Escolhido o método Random Forest (</a:t>
            </a:r>
            <a:r>
              <a:rPr lang="pt-BR" dirty="0">
                <a:solidFill>
                  <a:srgbClr val="1B7957"/>
                </a:solidFill>
                <a:latin typeface="Public Sans"/>
              </a:rPr>
              <a:t>Modelo adequado para relações não lineares e variáveis esparsas);</a:t>
            </a:r>
            <a:endParaRPr lang="pt-BR" kern="100" dirty="0">
              <a:solidFill>
                <a:srgbClr val="1B7957"/>
              </a:solidFill>
              <a:latin typeface="Public Sans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kern="100" dirty="0">
                <a:solidFill>
                  <a:srgbClr val="1B7957"/>
                </a:solidFill>
                <a:latin typeface="Public Sans"/>
                <a:ea typeface="Aptos" panose="020B0004020202020204" pitchFamily="34" charset="0"/>
                <a:cs typeface="Times New Roman" panose="02020603050405020304" pitchFamily="18" charset="0"/>
              </a:rPr>
              <a:t>F</a:t>
            </a:r>
            <a:r>
              <a:rPr lang="pt-BR" sz="1800" kern="100" dirty="0">
                <a:solidFill>
                  <a:srgbClr val="1B7957"/>
                </a:solidFill>
                <a:effectLst/>
                <a:latin typeface="Public Sans"/>
                <a:ea typeface="Aptos" panose="020B0004020202020204" pitchFamily="34" charset="0"/>
                <a:cs typeface="Times New Roman" panose="02020603050405020304" pitchFamily="18" charset="0"/>
              </a:rPr>
              <a:t>ornece importância das features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kern="100" dirty="0">
                <a:solidFill>
                  <a:srgbClr val="1B7957"/>
                </a:solidFill>
                <a:latin typeface="Public Sans"/>
                <a:ea typeface="Aptos" panose="020B0004020202020204" pitchFamily="34" charset="0"/>
                <a:cs typeface="Times New Roman" panose="02020603050405020304" pitchFamily="18" charset="0"/>
              </a:rPr>
              <a:t>L</a:t>
            </a:r>
            <a:r>
              <a:rPr lang="pt-BR" sz="1800" kern="100" dirty="0">
                <a:solidFill>
                  <a:srgbClr val="1B7957"/>
                </a:solidFill>
                <a:effectLst/>
                <a:latin typeface="Public Sans"/>
                <a:ea typeface="Aptos" panose="020B0004020202020204" pitchFamily="34" charset="0"/>
                <a:cs typeface="Times New Roman" panose="02020603050405020304" pitchFamily="18" charset="0"/>
              </a:rPr>
              <a:t>ida melhor com ruído e variância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solidFill>
                  <a:srgbClr val="1B7957"/>
                </a:solidFill>
                <a:latin typeface="Public Sans"/>
              </a:rPr>
              <a:t>R² ≈ 0,40 | MAE ≈ 25 kg | RMSE ≈ 45–60 kg</a:t>
            </a:r>
            <a:br>
              <a:rPr lang="pt-BR" dirty="0">
                <a:solidFill>
                  <a:srgbClr val="1B7957"/>
                </a:solidFill>
                <a:latin typeface="Public Sans"/>
              </a:rPr>
            </a:br>
            <a:endParaRPr lang="pt-BR" sz="1800" kern="100" dirty="0">
              <a:solidFill>
                <a:srgbClr val="1B7957"/>
              </a:solidFill>
              <a:effectLst/>
              <a:latin typeface="Public Sans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75E97A8-195E-DE09-D1AD-F03B84742987}"/>
              </a:ext>
            </a:extLst>
          </p:cNvPr>
          <p:cNvSpPr txBox="1"/>
          <p:nvPr/>
        </p:nvSpPr>
        <p:spPr>
          <a:xfrm>
            <a:off x="297216" y="4795140"/>
            <a:ext cx="114329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b="0" i="0" dirty="0">
                <a:solidFill>
                  <a:srgbClr val="1B7957"/>
                </a:solidFill>
                <a:effectLst/>
                <a:latin typeface="Public Sans"/>
              </a:rPr>
              <a:t>Regressão</a:t>
            </a:r>
          </a:p>
        </p:txBody>
      </p:sp>
    </p:spTree>
    <p:extLst>
      <p:ext uri="{BB962C8B-B14F-4D97-AF65-F5344CB8AC3E}">
        <p14:creationId xmlns:p14="http://schemas.microsoft.com/office/powerpoint/2010/main" val="6883290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534</Words>
  <Application>Microsoft Office PowerPoint</Application>
  <PresentationFormat>Widescreen</PresentationFormat>
  <Paragraphs>81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Public Sans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Elaine Andrade</dc:creator>
  <cp:lastModifiedBy>Elaine Andrade</cp:lastModifiedBy>
  <cp:revision>17</cp:revision>
  <dcterms:created xsi:type="dcterms:W3CDTF">2025-11-23T22:07:39Z</dcterms:created>
  <dcterms:modified xsi:type="dcterms:W3CDTF">2025-11-26T01:51:43Z</dcterms:modified>
</cp:coreProperties>
</file>